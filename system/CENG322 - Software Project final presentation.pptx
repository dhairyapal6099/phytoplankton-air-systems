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atton" charset="1" panose="00000500000000000000"/>
      <p:regular r:id="rId16"/>
    </p:embeddedFont>
    <p:embeddedFont>
      <p:font typeface="Hatton Bold" charset="1" panose="00000800000000000000"/>
      <p:regular r:id="rId17"/>
    </p:embeddedFont>
    <p:embeddedFont>
      <p:font typeface="Canva Sans" charset="1" panose="020B0503030501040103"/>
      <p:regular r:id="rId18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 capstone apps simulate features — we built a system that’s alive.</a:t>
            </a:r>
          </a:p>
          <a:p>
            <a:r>
              <a:rPr lang="en-US"/>
              <a:t>We combined tech with biology and education.</a:t>
            </a:r>
          </a:p>
          <a:p>
            <a:r>
              <a:rPr lang="en-US"/>
              <a:t>It’s not just functional — it teaches, motivates, and supports real action.</a:t>
            </a:r>
          </a:p>
          <a:p>
            <a:r>
              <a:rPr lang="en-US"/>
              <a:t>Everything from algae reuse to user flow was designed for real-world use.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96868"/>
            <a:ext cx="4793781" cy="50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>
                    <a:alpha val="50980"/>
                  </a:srgbClr>
                </a:solidFill>
                <a:latin typeface="Hatton"/>
                <a:ea typeface="Hatton"/>
                <a:cs typeface="Hatton"/>
                <a:sym typeface="Hatton"/>
              </a:rPr>
              <a:t>Algaerithms Inc.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528529">
            <a:off x="5059244" y="6762174"/>
            <a:ext cx="4995836" cy="6331129"/>
          </a:xfrm>
          <a:custGeom>
            <a:avLst/>
            <a:gdLst/>
            <a:ahLst/>
            <a:cxnLst/>
            <a:rect r="r" b="b" t="t" l="l"/>
            <a:pathLst>
              <a:path h="6331129" w="4995836">
                <a:moveTo>
                  <a:pt x="0" y="0"/>
                </a:moveTo>
                <a:lnTo>
                  <a:pt x="4995836" y="0"/>
                </a:lnTo>
                <a:lnTo>
                  <a:pt x="4995836" y="6331128"/>
                </a:lnTo>
                <a:lnTo>
                  <a:pt x="0" y="633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563845">
            <a:off x="8480738" y="464934"/>
            <a:ext cx="16498716" cy="7286663"/>
            <a:chOff x="0" y="0"/>
            <a:chExt cx="5084385" cy="224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618" y="-1252"/>
              <a:ext cx="5082454" cy="2241101"/>
            </a:xfrm>
            <a:custGeom>
              <a:avLst/>
              <a:gdLst/>
              <a:ahLst/>
              <a:cxnLst/>
              <a:rect r="r" b="b" t="t" l="l"/>
              <a:pathLst>
                <a:path h="2241101" w="5082454">
                  <a:moveTo>
                    <a:pt x="5082284" y="1983094"/>
                  </a:moveTo>
                  <a:cubicBezTo>
                    <a:pt x="5079565" y="1423131"/>
                    <a:pt x="5046937" y="666119"/>
                    <a:pt x="5046937" y="107574"/>
                  </a:cubicBezTo>
                  <a:cubicBezTo>
                    <a:pt x="5046937" y="99068"/>
                    <a:pt x="5049657" y="90562"/>
                    <a:pt x="5049657" y="83474"/>
                  </a:cubicBezTo>
                  <a:cubicBezTo>
                    <a:pt x="5046937" y="82057"/>
                    <a:pt x="5044219" y="82057"/>
                    <a:pt x="5041500" y="80639"/>
                  </a:cubicBezTo>
                  <a:cubicBezTo>
                    <a:pt x="5041500" y="80639"/>
                    <a:pt x="5038781" y="82057"/>
                    <a:pt x="5038781" y="83474"/>
                  </a:cubicBezTo>
                  <a:cubicBezTo>
                    <a:pt x="5033343" y="90562"/>
                    <a:pt x="5022467" y="90562"/>
                    <a:pt x="5011592" y="90562"/>
                  </a:cubicBezTo>
                  <a:cubicBezTo>
                    <a:pt x="4997997" y="89145"/>
                    <a:pt x="4984402" y="82057"/>
                    <a:pt x="4968089" y="84892"/>
                  </a:cubicBezTo>
                  <a:cubicBezTo>
                    <a:pt x="4962651" y="86310"/>
                    <a:pt x="4951775" y="83474"/>
                    <a:pt x="4949057" y="80639"/>
                  </a:cubicBezTo>
                  <a:cubicBezTo>
                    <a:pt x="4940900" y="74969"/>
                    <a:pt x="4930024" y="74969"/>
                    <a:pt x="4919148" y="77804"/>
                  </a:cubicBezTo>
                  <a:cubicBezTo>
                    <a:pt x="4913710" y="79221"/>
                    <a:pt x="4908273" y="77804"/>
                    <a:pt x="4902835" y="77804"/>
                  </a:cubicBezTo>
                  <a:cubicBezTo>
                    <a:pt x="4894678" y="77804"/>
                    <a:pt x="4883802" y="76386"/>
                    <a:pt x="4875645" y="74969"/>
                  </a:cubicBezTo>
                  <a:cubicBezTo>
                    <a:pt x="4872927" y="74969"/>
                    <a:pt x="4867489" y="73551"/>
                    <a:pt x="4864770" y="73551"/>
                  </a:cubicBezTo>
                  <a:cubicBezTo>
                    <a:pt x="4856613" y="72133"/>
                    <a:pt x="4848456" y="67880"/>
                    <a:pt x="4840300" y="73551"/>
                  </a:cubicBezTo>
                  <a:cubicBezTo>
                    <a:pt x="4840300" y="73551"/>
                    <a:pt x="4834862" y="73551"/>
                    <a:pt x="4832143" y="72133"/>
                  </a:cubicBezTo>
                  <a:cubicBezTo>
                    <a:pt x="4829424" y="69298"/>
                    <a:pt x="4826705" y="65045"/>
                    <a:pt x="4823986" y="62210"/>
                  </a:cubicBezTo>
                  <a:cubicBezTo>
                    <a:pt x="4818548" y="57957"/>
                    <a:pt x="4818548" y="50869"/>
                    <a:pt x="4810391" y="48034"/>
                  </a:cubicBezTo>
                  <a:cubicBezTo>
                    <a:pt x="4804954" y="46616"/>
                    <a:pt x="4802235" y="45198"/>
                    <a:pt x="4799516" y="42363"/>
                  </a:cubicBezTo>
                  <a:cubicBezTo>
                    <a:pt x="4799516" y="40946"/>
                    <a:pt x="4794078" y="39528"/>
                    <a:pt x="4794078" y="38110"/>
                  </a:cubicBezTo>
                  <a:lnTo>
                    <a:pt x="4785921" y="33857"/>
                  </a:lnTo>
                  <a:cubicBezTo>
                    <a:pt x="4783202" y="31022"/>
                    <a:pt x="4780483" y="26769"/>
                    <a:pt x="4775045" y="25352"/>
                  </a:cubicBezTo>
                  <a:cubicBezTo>
                    <a:pt x="4764170" y="21099"/>
                    <a:pt x="4761451" y="15428"/>
                    <a:pt x="4766888" y="8340"/>
                  </a:cubicBezTo>
                  <a:cubicBezTo>
                    <a:pt x="4758732" y="6923"/>
                    <a:pt x="4753294" y="4087"/>
                    <a:pt x="4745137" y="4087"/>
                  </a:cubicBezTo>
                  <a:cubicBezTo>
                    <a:pt x="4712510" y="5505"/>
                    <a:pt x="4677164" y="8340"/>
                    <a:pt x="4644537" y="9758"/>
                  </a:cubicBezTo>
                  <a:cubicBezTo>
                    <a:pt x="4639099" y="9758"/>
                    <a:pt x="4630942" y="11175"/>
                    <a:pt x="4628224" y="12593"/>
                  </a:cubicBezTo>
                  <a:cubicBezTo>
                    <a:pt x="4606472" y="19681"/>
                    <a:pt x="4584721" y="14011"/>
                    <a:pt x="4562969" y="12593"/>
                  </a:cubicBezTo>
                  <a:cubicBezTo>
                    <a:pt x="4546656" y="12593"/>
                    <a:pt x="4530342" y="8340"/>
                    <a:pt x="4514029" y="6923"/>
                  </a:cubicBezTo>
                  <a:cubicBezTo>
                    <a:pt x="4494996" y="5505"/>
                    <a:pt x="4478683" y="6923"/>
                    <a:pt x="4459650" y="5505"/>
                  </a:cubicBezTo>
                  <a:cubicBezTo>
                    <a:pt x="4456932" y="5505"/>
                    <a:pt x="4454212" y="4087"/>
                    <a:pt x="4451494" y="2670"/>
                  </a:cubicBezTo>
                  <a:cubicBezTo>
                    <a:pt x="4446056" y="-1288"/>
                    <a:pt x="4435180" y="-18"/>
                    <a:pt x="4429742" y="1252"/>
                  </a:cubicBezTo>
                  <a:cubicBezTo>
                    <a:pt x="4421585" y="4087"/>
                    <a:pt x="4418867" y="8340"/>
                    <a:pt x="4413428" y="12593"/>
                  </a:cubicBezTo>
                  <a:cubicBezTo>
                    <a:pt x="4399834" y="14011"/>
                    <a:pt x="4380801" y="15428"/>
                    <a:pt x="4367207" y="19681"/>
                  </a:cubicBezTo>
                  <a:cubicBezTo>
                    <a:pt x="4356332" y="22516"/>
                    <a:pt x="4350894" y="23934"/>
                    <a:pt x="4342737" y="21099"/>
                  </a:cubicBezTo>
                  <a:lnTo>
                    <a:pt x="4340018" y="22516"/>
                  </a:lnTo>
                  <a:cubicBezTo>
                    <a:pt x="4345456" y="25352"/>
                    <a:pt x="4348175" y="29605"/>
                    <a:pt x="4353612" y="32440"/>
                  </a:cubicBezTo>
                  <a:cubicBezTo>
                    <a:pt x="4345456" y="33857"/>
                    <a:pt x="4334580" y="36693"/>
                    <a:pt x="4329142" y="35275"/>
                  </a:cubicBezTo>
                  <a:cubicBezTo>
                    <a:pt x="4315548" y="33857"/>
                    <a:pt x="4310110" y="36693"/>
                    <a:pt x="4299234" y="39528"/>
                  </a:cubicBezTo>
                  <a:cubicBezTo>
                    <a:pt x="4288358" y="43781"/>
                    <a:pt x="4274764" y="46616"/>
                    <a:pt x="4263888" y="49451"/>
                  </a:cubicBezTo>
                  <a:cubicBezTo>
                    <a:pt x="4261169" y="49451"/>
                    <a:pt x="4258450" y="49451"/>
                    <a:pt x="4255732" y="48034"/>
                  </a:cubicBezTo>
                  <a:cubicBezTo>
                    <a:pt x="4253012" y="48034"/>
                    <a:pt x="4250293" y="46616"/>
                    <a:pt x="4250293" y="46616"/>
                  </a:cubicBezTo>
                  <a:cubicBezTo>
                    <a:pt x="4236699" y="49451"/>
                    <a:pt x="4223104" y="52287"/>
                    <a:pt x="4209510" y="49451"/>
                  </a:cubicBezTo>
                  <a:cubicBezTo>
                    <a:pt x="4206791" y="49451"/>
                    <a:pt x="4206791" y="50869"/>
                    <a:pt x="4204072" y="50869"/>
                  </a:cubicBezTo>
                  <a:cubicBezTo>
                    <a:pt x="4187759" y="53704"/>
                    <a:pt x="4176882" y="63628"/>
                    <a:pt x="4155131" y="63628"/>
                  </a:cubicBezTo>
                  <a:cubicBezTo>
                    <a:pt x="4138818" y="63628"/>
                    <a:pt x="4122504" y="70716"/>
                    <a:pt x="4106191" y="70716"/>
                  </a:cubicBezTo>
                  <a:cubicBezTo>
                    <a:pt x="4087158" y="72133"/>
                    <a:pt x="4070845" y="74969"/>
                    <a:pt x="4054531" y="79221"/>
                  </a:cubicBezTo>
                  <a:cubicBezTo>
                    <a:pt x="4049093" y="80639"/>
                    <a:pt x="4043655" y="80639"/>
                    <a:pt x="4040936" y="80639"/>
                  </a:cubicBezTo>
                  <a:cubicBezTo>
                    <a:pt x="4027342" y="77804"/>
                    <a:pt x="4019185" y="82057"/>
                    <a:pt x="4013747" y="86310"/>
                  </a:cubicBezTo>
                  <a:cubicBezTo>
                    <a:pt x="4000153" y="96233"/>
                    <a:pt x="3978401" y="99068"/>
                    <a:pt x="3959369" y="101903"/>
                  </a:cubicBezTo>
                  <a:cubicBezTo>
                    <a:pt x="3934898" y="104739"/>
                    <a:pt x="3910428" y="106156"/>
                    <a:pt x="3885958" y="107574"/>
                  </a:cubicBezTo>
                  <a:cubicBezTo>
                    <a:pt x="3883239" y="107574"/>
                    <a:pt x="3880520" y="111827"/>
                    <a:pt x="3875082" y="113244"/>
                  </a:cubicBezTo>
                  <a:cubicBezTo>
                    <a:pt x="3872363" y="113244"/>
                    <a:pt x="3869644" y="111827"/>
                    <a:pt x="3869644" y="111827"/>
                  </a:cubicBezTo>
                  <a:cubicBezTo>
                    <a:pt x="3856049" y="120333"/>
                    <a:pt x="3847893" y="133091"/>
                    <a:pt x="3820704" y="131674"/>
                  </a:cubicBezTo>
                  <a:lnTo>
                    <a:pt x="3817985" y="131674"/>
                  </a:lnTo>
                  <a:cubicBezTo>
                    <a:pt x="3796233" y="138762"/>
                    <a:pt x="3774482" y="135927"/>
                    <a:pt x="3755449" y="133091"/>
                  </a:cubicBezTo>
                  <a:cubicBezTo>
                    <a:pt x="3750012" y="133091"/>
                    <a:pt x="3741855" y="130256"/>
                    <a:pt x="3739136" y="127421"/>
                  </a:cubicBezTo>
                  <a:cubicBezTo>
                    <a:pt x="3730979" y="118915"/>
                    <a:pt x="3709228" y="116080"/>
                    <a:pt x="3692914" y="118915"/>
                  </a:cubicBezTo>
                  <a:cubicBezTo>
                    <a:pt x="3679319" y="121750"/>
                    <a:pt x="3665725" y="123168"/>
                    <a:pt x="3652130" y="126003"/>
                  </a:cubicBezTo>
                  <a:cubicBezTo>
                    <a:pt x="3630379" y="128838"/>
                    <a:pt x="3611346" y="130256"/>
                    <a:pt x="3589595" y="124585"/>
                  </a:cubicBezTo>
                  <a:cubicBezTo>
                    <a:pt x="3567844" y="118915"/>
                    <a:pt x="3551530" y="123168"/>
                    <a:pt x="3540655" y="135927"/>
                  </a:cubicBezTo>
                  <a:cubicBezTo>
                    <a:pt x="3532498" y="144432"/>
                    <a:pt x="3510746" y="145850"/>
                    <a:pt x="3497152" y="138762"/>
                  </a:cubicBezTo>
                  <a:cubicBezTo>
                    <a:pt x="3488995" y="134509"/>
                    <a:pt x="3483557" y="135927"/>
                    <a:pt x="3475400" y="138762"/>
                  </a:cubicBezTo>
                  <a:lnTo>
                    <a:pt x="3459087" y="147268"/>
                  </a:lnTo>
                  <a:cubicBezTo>
                    <a:pt x="3456368" y="148685"/>
                    <a:pt x="3450930" y="148685"/>
                    <a:pt x="3448211" y="148685"/>
                  </a:cubicBezTo>
                  <a:lnTo>
                    <a:pt x="3431898" y="148685"/>
                  </a:lnTo>
                  <a:cubicBezTo>
                    <a:pt x="3421022" y="148685"/>
                    <a:pt x="3410146" y="147268"/>
                    <a:pt x="3399271" y="145850"/>
                  </a:cubicBezTo>
                  <a:cubicBezTo>
                    <a:pt x="3385676" y="144432"/>
                    <a:pt x="3374800" y="140179"/>
                    <a:pt x="3361206" y="138762"/>
                  </a:cubicBezTo>
                  <a:cubicBezTo>
                    <a:pt x="3339455" y="137344"/>
                    <a:pt x="3334016" y="127421"/>
                    <a:pt x="3325860" y="120333"/>
                  </a:cubicBezTo>
                  <a:cubicBezTo>
                    <a:pt x="3320422" y="116080"/>
                    <a:pt x="3309546" y="110409"/>
                    <a:pt x="3298671" y="111827"/>
                  </a:cubicBezTo>
                  <a:cubicBezTo>
                    <a:pt x="3287795" y="114662"/>
                    <a:pt x="3276919" y="111827"/>
                    <a:pt x="3268763" y="110409"/>
                  </a:cubicBezTo>
                  <a:cubicBezTo>
                    <a:pt x="3266043" y="110409"/>
                    <a:pt x="3260606" y="108992"/>
                    <a:pt x="3257887" y="108992"/>
                  </a:cubicBezTo>
                  <a:cubicBezTo>
                    <a:pt x="3238854" y="106156"/>
                    <a:pt x="3225260" y="111827"/>
                    <a:pt x="3211665" y="118915"/>
                  </a:cubicBezTo>
                  <a:lnTo>
                    <a:pt x="3200790" y="124585"/>
                  </a:lnTo>
                  <a:cubicBezTo>
                    <a:pt x="3198070" y="126003"/>
                    <a:pt x="3198070" y="128838"/>
                    <a:pt x="3195351" y="130256"/>
                  </a:cubicBezTo>
                  <a:cubicBezTo>
                    <a:pt x="3179038" y="137344"/>
                    <a:pt x="3162725" y="134509"/>
                    <a:pt x="3143692" y="130256"/>
                  </a:cubicBezTo>
                  <a:cubicBezTo>
                    <a:pt x="3127379" y="126003"/>
                    <a:pt x="3108346" y="130256"/>
                    <a:pt x="3102908" y="138762"/>
                  </a:cubicBezTo>
                  <a:cubicBezTo>
                    <a:pt x="3100189" y="144432"/>
                    <a:pt x="3097470" y="148685"/>
                    <a:pt x="3083876" y="151520"/>
                  </a:cubicBezTo>
                  <a:cubicBezTo>
                    <a:pt x="3070281" y="155773"/>
                    <a:pt x="3053968" y="158609"/>
                    <a:pt x="3051249" y="168532"/>
                  </a:cubicBezTo>
                  <a:cubicBezTo>
                    <a:pt x="3051249" y="169950"/>
                    <a:pt x="3048530" y="171367"/>
                    <a:pt x="3045811" y="171367"/>
                  </a:cubicBezTo>
                  <a:cubicBezTo>
                    <a:pt x="3037654" y="172785"/>
                    <a:pt x="3032216" y="174202"/>
                    <a:pt x="3024060" y="175620"/>
                  </a:cubicBezTo>
                  <a:lnTo>
                    <a:pt x="2999589" y="175620"/>
                  </a:lnTo>
                  <a:cubicBezTo>
                    <a:pt x="2983276" y="174202"/>
                    <a:pt x="2966962" y="171367"/>
                    <a:pt x="2950649" y="169950"/>
                  </a:cubicBezTo>
                  <a:cubicBezTo>
                    <a:pt x="2931616" y="168532"/>
                    <a:pt x="2915303" y="174202"/>
                    <a:pt x="2896270" y="175620"/>
                  </a:cubicBezTo>
                  <a:lnTo>
                    <a:pt x="2893551" y="177038"/>
                  </a:lnTo>
                  <a:cubicBezTo>
                    <a:pt x="2888113" y="181291"/>
                    <a:pt x="2879957" y="179873"/>
                    <a:pt x="2874519" y="177038"/>
                  </a:cubicBezTo>
                  <a:cubicBezTo>
                    <a:pt x="2863643" y="171367"/>
                    <a:pt x="2844610" y="169950"/>
                    <a:pt x="2831016" y="172785"/>
                  </a:cubicBezTo>
                  <a:cubicBezTo>
                    <a:pt x="2814702" y="177038"/>
                    <a:pt x="2798389" y="179873"/>
                    <a:pt x="2782075" y="182708"/>
                  </a:cubicBezTo>
                  <a:cubicBezTo>
                    <a:pt x="2776638" y="182708"/>
                    <a:pt x="2771200" y="181291"/>
                    <a:pt x="2768481" y="181291"/>
                  </a:cubicBezTo>
                  <a:cubicBezTo>
                    <a:pt x="2763043" y="181291"/>
                    <a:pt x="2754886" y="179873"/>
                    <a:pt x="2752167" y="181291"/>
                  </a:cubicBezTo>
                  <a:cubicBezTo>
                    <a:pt x="2730416" y="189796"/>
                    <a:pt x="2708664" y="186961"/>
                    <a:pt x="2689632" y="181291"/>
                  </a:cubicBezTo>
                  <a:cubicBezTo>
                    <a:pt x="2678756" y="178455"/>
                    <a:pt x="2662443" y="175620"/>
                    <a:pt x="2657005" y="167114"/>
                  </a:cubicBezTo>
                  <a:cubicBezTo>
                    <a:pt x="2654286" y="161444"/>
                    <a:pt x="2643410" y="155773"/>
                    <a:pt x="2635254" y="151520"/>
                  </a:cubicBezTo>
                  <a:cubicBezTo>
                    <a:pt x="2621659" y="144432"/>
                    <a:pt x="2608064" y="134509"/>
                    <a:pt x="2583594" y="134509"/>
                  </a:cubicBezTo>
                  <a:cubicBezTo>
                    <a:pt x="2578156" y="134509"/>
                    <a:pt x="2572718" y="128838"/>
                    <a:pt x="2569999" y="130256"/>
                  </a:cubicBezTo>
                  <a:cubicBezTo>
                    <a:pt x="2559124" y="131674"/>
                    <a:pt x="2559124" y="128838"/>
                    <a:pt x="2553686" y="126003"/>
                  </a:cubicBezTo>
                  <a:cubicBezTo>
                    <a:pt x="2548248" y="123168"/>
                    <a:pt x="2540091" y="120333"/>
                    <a:pt x="2534653" y="116080"/>
                  </a:cubicBezTo>
                  <a:cubicBezTo>
                    <a:pt x="2526497" y="110409"/>
                    <a:pt x="2518340" y="103321"/>
                    <a:pt x="2510183" y="97651"/>
                  </a:cubicBezTo>
                  <a:cubicBezTo>
                    <a:pt x="2502026" y="91980"/>
                    <a:pt x="2496589" y="84892"/>
                    <a:pt x="2488432" y="79221"/>
                  </a:cubicBezTo>
                  <a:cubicBezTo>
                    <a:pt x="2485713" y="77804"/>
                    <a:pt x="2477556" y="76386"/>
                    <a:pt x="2474837" y="77804"/>
                  </a:cubicBezTo>
                  <a:lnTo>
                    <a:pt x="2442210" y="86310"/>
                  </a:lnTo>
                  <a:cubicBezTo>
                    <a:pt x="2436772" y="87727"/>
                    <a:pt x="2434053" y="90562"/>
                    <a:pt x="2431334" y="93398"/>
                  </a:cubicBezTo>
                  <a:lnTo>
                    <a:pt x="2428616" y="91980"/>
                  </a:lnTo>
                  <a:cubicBezTo>
                    <a:pt x="2431334" y="87727"/>
                    <a:pt x="2434053" y="83474"/>
                    <a:pt x="2436772" y="82057"/>
                  </a:cubicBezTo>
                  <a:lnTo>
                    <a:pt x="2404145" y="77804"/>
                  </a:lnTo>
                  <a:cubicBezTo>
                    <a:pt x="2395988" y="76386"/>
                    <a:pt x="2382394" y="76386"/>
                    <a:pt x="2376956" y="76386"/>
                  </a:cubicBezTo>
                  <a:lnTo>
                    <a:pt x="2333453" y="76386"/>
                  </a:lnTo>
                  <a:cubicBezTo>
                    <a:pt x="2317140" y="76386"/>
                    <a:pt x="2303545" y="74969"/>
                    <a:pt x="2287231" y="76386"/>
                  </a:cubicBezTo>
                  <a:cubicBezTo>
                    <a:pt x="2276356" y="77804"/>
                    <a:pt x="2268199" y="74969"/>
                    <a:pt x="2260042" y="72133"/>
                  </a:cubicBezTo>
                  <a:cubicBezTo>
                    <a:pt x="2238291" y="63628"/>
                    <a:pt x="2216540" y="53704"/>
                    <a:pt x="2186631" y="57957"/>
                  </a:cubicBezTo>
                  <a:cubicBezTo>
                    <a:pt x="2183912" y="57957"/>
                    <a:pt x="2178475" y="56539"/>
                    <a:pt x="2175756" y="55122"/>
                  </a:cubicBezTo>
                  <a:cubicBezTo>
                    <a:pt x="2167599" y="53704"/>
                    <a:pt x="2162161" y="50869"/>
                    <a:pt x="2151285" y="48034"/>
                  </a:cubicBezTo>
                  <a:cubicBezTo>
                    <a:pt x="2151285" y="52287"/>
                    <a:pt x="2151285" y="53704"/>
                    <a:pt x="2154004" y="56539"/>
                  </a:cubicBezTo>
                  <a:cubicBezTo>
                    <a:pt x="2148566" y="59375"/>
                    <a:pt x="2145848" y="57957"/>
                    <a:pt x="2143129" y="56539"/>
                  </a:cubicBezTo>
                  <a:cubicBezTo>
                    <a:pt x="2140410" y="57957"/>
                    <a:pt x="2137691" y="60792"/>
                    <a:pt x="2134972" y="60792"/>
                  </a:cubicBezTo>
                  <a:cubicBezTo>
                    <a:pt x="2121377" y="63628"/>
                    <a:pt x="2107783" y="65045"/>
                    <a:pt x="2094188" y="67880"/>
                  </a:cubicBezTo>
                  <a:cubicBezTo>
                    <a:pt x="2088750" y="69298"/>
                    <a:pt x="2083312" y="70716"/>
                    <a:pt x="2080593" y="72133"/>
                  </a:cubicBezTo>
                  <a:cubicBezTo>
                    <a:pt x="2069718" y="76386"/>
                    <a:pt x="2061561" y="83474"/>
                    <a:pt x="2042528" y="82057"/>
                  </a:cubicBezTo>
                  <a:cubicBezTo>
                    <a:pt x="2039810" y="82057"/>
                    <a:pt x="2034372" y="84892"/>
                    <a:pt x="2028934" y="84892"/>
                  </a:cubicBezTo>
                  <a:cubicBezTo>
                    <a:pt x="2023496" y="86310"/>
                    <a:pt x="2015339" y="86310"/>
                    <a:pt x="2009901" y="87727"/>
                  </a:cubicBezTo>
                  <a:lnTo>
                    <a:pt x="2004464" y="87727"/>
                  </a:lnTo>
                  <a:cubicBezTo>
                    <a:pt x="1988150" y="90562"/>
                    <a:pt x="1974555" y="93398"/>
                    <a:pt x="1958242" y="94815"/>
                  </a:cubicBezTo>
                  <a:lnTo>
                    <a:pt x="1947366" y="94815"/>
                  </a:lnTo>
                  <a:cubicBezTo>
                    <a:pt x="1933772" y="94815"/>
                    <a:pt x="1922896" y="93398"/>
                    <a:pt x="1909301" y="93398"/>
                  </a:cubicBezTo>
                  <a:cubicBezTo>
                    <a:pt x="1895707" y="93398"/>
                    <a:pt x="1882112" y="96233"/>
                    <a:pt x="1868518" y="96233"/>
                  </a:cubicBezTo>
                  <a:cubicBezTo>
                    <a:pt x="1852204" y="96233"/>
                    <a:pt x="1833171" y="96233"/>
                    <a:pt x="1819577" y="90562"/>
                  </a:cubicBezTo>
                  <a:cubicBezTo>
                    <a:pt x="1816858" y="89145"/>
                    <a:pt x="1808701" y="89145"/>
                    <a:pt x="1803263" y="90562"/>
                  </a:cubicBezTo>
                  <a:cubicBezTo>
                    <a:pt x="1784231" y="91980"/>
                    <a:pt x="1765198" y="93398"/>
                    <a:pt x="1748885" y="96233"/>
                  </a:cubicBezTo>
                  <a:cubicBezTo>
                    <a:pt x="1732571" y="99068"/>
                    <a:pt x="1724415" y="96233"/>
                    <a:pt x="1718977" y="89145"/>
                  </a:cubicBezTo>
                  <a:cubicBezTo>
                    <a:pt x="1716258" y="86310"/>
                    <a:pt x="1710820" y="83474"/>
                    <a:pt x="1705382" y="80639"/>
                  </a:cubicBezTo>
                  <a:cubicBezTo>
                    <a:pt x="1697225" y="77804"/>
                    <a:pt x="1689069" y="73551"/>
                    <a:pt x="1680912" y="73551"/>
                  </a:cubicBezTo>
                  <a:cubicBezTo>
                    <a:pt x="1661879" y="73551"/>
                    <a:pt x="1651004" y="67880"/>
                    <a:pt x="1637409" y="63628"/>
                  </a:cubicBezTo>
                  <a:cubicBezTo>
                    <a:pt x="1615658" y="56539"/>
                    <a:pt x="1596625" y="48034"/>
                    <a:pt x="1569436" y="49451"/>
                  </a:cubicBezTo>
                  <a:lnTo>
                    <a:pt x="1569436" y="42363"/>
                  </a:lnTo>
                  <a:cubicBezTo>
                    <a:pt x="1574874" y="42363"/>
                    <a:pt x="1580312" y="42363"/>
                    <a:pt x="1585750" y="40946"/>
                  </a:cubicBezTo>
                  <a:cubicBezTo>
                    <a:pt x="1577593" y="38110"/>
                    <a:pt x="1577593" y="33857"/>
                    <a:pt x="1572155" y="31022"/>
                  </a:cubicBezTo>
                  <a:cubicBezTo>
                    <a:pt x="1561279" y="26769"/>
                    <a:pt x="1550404" y="25352"/>
                    <a:pt x="1539528" y="22516"/>
                  </a:cubicBezTo>
                  <a:cubicBezTo>
                    <a:pt x="1531371" y="21099"/>
                    <a:pt x="1520495" y="21099"/>
                    <a:pt x="1525933" y="28187"/>
                  </a:cubicBezTo>
                  <a:cubicBezTo>
                    <a:pt x="1512339" y="29605"/>
                    <a:pt x="1501463" y="29605"/>
                    <a:pt x="1496025" y="32440"/>
                  </a:cubicBezTo>
                  <a:cubicBezTo>
                    <a:pt x="1485149" y="36693"/>
                    <a:pt x="1474274" y="33857"/>
                    <a:pt x="1466117" y="31022"/>
                  </a:cubicBezTo>
                  <a:cubicBezTo>
                    <a:pt x="1460679" y="29605"/>
                    <a:pt x="1455241" y="28187"/>
                    <a:pt x="1449803" y="29605"/>
                  </a:cubicBezTo>
                  <a:cubicBezTo>
                    <a:pt x="1417176" y="38110"/>
                    <a:pt x="1384549" y="33857"/>
                    <a:pt x="1351922" y="33857"/>
                  </a:cubicBezTo>
                  <a:cubicBezTo>
                    <a:pt x="1346484" y="33857"/>
                    <a:pt x="1341047" y="32440"/>
                    <a:pt x="1332890" y="32440"/>
                  </a:cubicBezTo>
                  <a:cubicBezTo>
                    <a:pt x="1322014" y="31022"/>
                    <a:pt x="1313857" y="28187"/>
                    <a:pt x="1302982" y="26769"/>
                  </a:cubicBezTo>
                  <a:cubicBezTo>
                    <a:pt x="1292106" y="25352"/>
                    <a:pt x="1278511" y="23934"/>
                    <a:pt x="1267636" y="22516"/>
                  </a:cubicBezTo>
                  <a:lnTo>
                    <a:pt x="1259479" y="22516"/>
                  </a:lnTo>
                  <a:cubicBezTo>
                    <a:pt x="1240446" y="22516"/>
                    <a:pt x="1221414" y="23934"/>
                    <a:pt x="1205100" y="23934"/>
                  </a:cubicBezTo>
                  <a:cubicBezTo>
                    <a:pt x="1191506" y="23934"/>
                    <a:pt x="1177911" y="21099"/>
                    <a:pt x="1161598" y="19681"/>
                  </a:cubicBezTo>
                  <a:cubicBezTo>
                    <a:pt x="1158879" y="8340"/>
                    <a:pt x="1137127" y="11175"/>
                    <a:pt x="1123533" y="5505"/>
                  </a:cubicBezTo>
                  <a:cubicBezTo>
                    <a:pt x="1120814" y="4087"/>
                    <a:pt x="1115376" y="5505"/>
                    <a:pt x="1112657" y="5505"/>
                  </a:cubicBezTo>
                  <a:cubicBezTo>
                    <a:pt x="1096344" y="4087"/>
                    <a:pt x="1085468" y="8340"/>
                    <a:pt x="1080030" y="15428"/>
                  </a:cubicBezTo>
                  <a:cubicBezTo>
                    <a:pt x="1071873" y="22516"/>
                    <a:pt x="1050122" y="25352"/>
                    <a:pt x="1058279" y="36693"/>
                  </a:cubicBezTo>
                  <a:cubicBezTo>
                    <a:pt x="1060997" y="38110"/>
                    <a:pt x="1066435" y="39528"/>
                    <a:pt x="1069154" y="42363"/>
                  </a:cubicBezTo>
                  <a:cubicBezTo>
                    <a:pt x="1069154" y="46616"/>
                    <a:pt x="1066435" y="49451"/>
                    <a:pt x="1058279" y="48034"/>
                  </a:cubicBezTo>
                  <a:cubicBezTo>
                    <a:pt x="1055560" y="48034"/>
                    <a:pt x="1052841" y="50869"/>
                    <a:pt x="1050122" y="52287"/>
                  </a:cubicBezTo>
                  <a:cubicBezTo>
                    <a:pt x="1047403" y="53704"/>
                    <a:pt x="1047403" y="56539"/>
                    <a:pt x="1044684" y="56539"/>
                  </a:cubicBezTo>
                  <a:cubicBezTo>
                    <a:pt x="1028370" y="59375"/>
                    <a:pt x="1017495" y="66463"/>
                    <a:pt x="998462" y="65045"/>
                  </a:cubicBezTo>
                  <a:lnTo>
                    <a:pt x="993024" y="65045"/>
                  </a:lnTo>
                  <a:cubicBezTo>
                    <a:pt x="976711" y="72133"/>
                    <a:pt x="960397" y="70716"/>
                    <a:pt x="941365" y="69298"/>
                  </a:cubicBezTo>
                  <a:cubicBezTo>
                    <a:pt x="933208" y="67880"/>
                    <a:pt x="922332" y="69298"/>
                    <a:pt x="911457" y="69298"/>
                  </a:cubicBezTo>
                  <a:cubicBezTo>
                    <a:pt x="903300" y="69298"/>
                    <a:pt x="895143" y="69298"/>
                    <a:pt x="886987" y="66463"/>
                  </a:cubicBezTo>
                  <a:cubicBezTo>
                    <a:pt x="876111" y="63628"/>
                    <a:pt x="865235" y="59375"/>
                    <a:pt x="854359" y="56539"/>
                  </a:cubicBezTo>
                  <a:cubicBezTo>
                    <a:pt x="843484" y="53704"/>
                    <a:pt x="829889" y="53704"/>
                    <a:pt x="829889" y="43781"/>
                  </a:cubicBezTo>
                  <a:cubicBezTo>
                    <a:pt x="829889" y="42363"/>
                    <a:pt x="824451" y="40946"/>
                    <a:pt x="824451" y="39528"/>
                  </a:cubicBezTo>
                  <a:cubicBezTo>
                    <a:pt x="805419" y="48034"/>
                    <a:pt x="789105" y="55122"/>
                    <a:pt x="772792" y="62210"/>
                  </a:cubicBezTo>
                  <a:cubicBezTo>
                    <a:pt x="764635" y="66463"/>
                    <a:pt x="753759" y="72133"/>
                    <a:pt x="759197" y="79221"/>
                  </a:cubicBezTo>
                  <a:cubicBezTo>
                    <a:pt x="759197" y="80639"/>
                    <a:pt x="756478" y="82057"/>
                    <a:pt x="756478" y="83474"/>
                  </a:cubicBezTo>
                  <a:cubicBezTo>
                    <a:pt x="753759" y="86310"/>
                    <a:pt x="751040" y="89145"/>
                    <a:pt x="745603" y="90562"/>
                  </a:cubicBezTo>
                  <a:cubicBezTo>
                    <a:pt x="740165" y="94815"/>
                    <a:pt x="734727" y="99068"/>
                    <a:pt x="729289" y="104739"/>
                  </a:cubicBezTo>
                  <a:lnTo>
                    <a:pt x="712975" y="113244"/>
                  </a:lnTo>
                  <a:cubicBezTo>
                    <a:pt x="707538" y="117497"/>
                    <a:pt x="702100" y="121750"/>
                    <a:pt x="693943" y="124585"/>
                  </a:cubicBezTo>
                  <a:cubicBezTo>
                    <a:pt x="674911" y="133091"/>
                    <a:pt x="655878" y="141597"/>
                    <a:pt x="634127" y="150103"/>
                  </a:cubicBezTo>
                  <a:cubicBezTo>
                    <a:pt x="623251" y="155773"/>
                    <a:pt x="609656" y="160026"/>
                    <a:pt x="598781" y="165697"/>
                  </a:cubicBezTo>
                  <a:cubicBezTo>
                    <a:pt x="579748" y="174202"/>
                    <a:pt x="557997" y="181291"/>
                    <a:pt x="547121" y="194049"/>
                  </a:cubicBezTo>
                  <a:cubicBezTo>
                    <a:pt x="547121" y="195467"/>
                    <a:pt x="541683" y="196884"/>
                    <a:pt x="538964" y="198302"/>
                  </a:cubicBezTo>
                  <a:cubicBezTo>
                    <a:pt x="525370" y="203973"/>
                    <a:pt x="503618" y="203973"/>
                    <a:pt x="503618" y="215314"/>
                  </a:cubicBezTo>
                  <a:cubicBezTo>
                    <a:pt x="481867" y="215314"/>
                    <a:pt x="470991" y="223819"/>
                    <a:pt x="460116" y="230907"/>
                  </a:cubicBezTo>
                  <a:cubicBezTo>
                    <a:pt x="451959" y="236578"/>
                    <a:pt x="443802" y="243666"/>
                    <a:pt x="432926" y="247919"/>
                  </a:cubicBezTo>
                  <a:cubicBezTo>
                    <a:pt x="422051" y="250754"/>
                    <a:pt x="408456" y="249337"/>
                    <a:pt x="394862" y="249337"/>
                  </a:cubicBezTo>
                  <a:cubicBezTo>
                    <a:pt x="389424" y="249337"/>
                    <a:pt x="383986" y="249337"/>
                    <a:pt x="383986" y="250754"/>
                  </a:cubicBezTo>
                  <a:cubicBezTo>
                    <a:pt x="373110" y="256425"/>
                    <a:pt x="359516" y="260678"/>
                    <a:pt x="351359" y="267766"/>
                  </a:cubicBezTo>
                  <a:cubicBezTo>
                    <a:pt x="343202" y="274854"/>
                    <a:pt x="335045" y="279107"/>
                    <a:pt x="321451" y="280524"/>
                  </a:cubicBezTo>
                  <a:cubicBezTo>
                    <a:pt x="307856" y="281942"/>
                    <a:pt x="294261" y="289030"/>
                    <a:pt x="275229" y="284777"/>
                  </a:cubicBezTo>
                  <a:cubicBezTo>
                    <a:pt x="258915" y="281942"/>
                    <a:pt x="239883" y="284777"/>
                    <a:pt x="229007" y="279107"/>
                  </a:cubicBezTo>
                  <a:cubicBezTo>
                    <a:pt x="207256" y="280524"/>
                    <a:pt x="190942" y="283360"/>
                    <a:pt x="171910" y="284777"/>
                  </a:cubicBezTo>
                  <a:cubicBezTo>
                    <a:pt x="150159" y="287613"/>
                    <a:pt x="125688" y="286195"/>
                    <a:pt x="106656" y="294701"/>
                  </a:cubicBezTo>
                  <a:cubicBezTo>
                    <a:pt x="90342" y="301789"/>
                    <a:pt x="76748" y="308877"/>
                    <a:pt x="52277" y="307459"/>
                  </a:cubicBezTo>
                  <a:cubicBezTo>
                    <a:pt x="54996" y="315965"/>
                    <a:pt x="57715" y="323053"/>
                    <a:pt x="60434" y="331559"/>
                  </a:cubicBezTo>
                  <a:cubicBezTo>
                    <a:pt x="65872" y="354241"/>
                    <a:pt x="71310" y="376923"/>
                    <a:pt x="74029" y="399605"/>
                  </a:cubicBezTo>
                  <a:cubicBezTo>
                    <a:pt x="82185" y="427958"/>
                    <a:pt x="84904" y="454892"/>
                    <a:pt x="79467" y="481827"/>
                  </a:cubicBezTo>
                  <a:cubicBezTo>
                    <a:pt x="74029" y="520103"/>
                    <a:pt x="49558" y="1829990"/>
                    <a:pt x="25088" y="1865431"/>
                  </a:cubicBezTo>
                  <a:lnTo>
                    <a:pt x="618" y="1895201"/>
                  </a:lnTo>
                  <a:cubicBezTo>
                    <a:pt x="-1922" y="1902289"/>
                    <a:pt x="3337" y="1906542"/>
                    <a:pt x="16931" y="1907959"/>
                  </a:cubicBezTo>
                  <a:cubicBezTo>
                    <a:pt x="33245" y="1909377"/>
                    <a:pt x="38683" y="1915048"/>
                    <a:pt x="44121" y="1922136"/>
                  </a:cubicBezTo>
                  <a:cubicBezTo>
                    <a:pt x="49558" y="1933477"/>
                    <a:pt x="41402" y="1944818"/>
                    <a:pt x="52277" y="1956159"/>
                  </a:cubicBezTo>
                  <a:cubicBezTo>
                    <a:pt x="57715" y="1961829"/>
                    <a:pt x="52277" y="1971753"/>
                    <a:pt x="49558" y="1980259"/>
                  </a:cubicBezTo>
                  <a:cubicBezTo>
                    <a:pt x="46840" y="1991599"/>
                    <a:pt x="52277" y="2002940"/>
                    <a:pt x="60434" y="2012864"/>
                  </a:cubicBezTo>
                  <a:cubicBezTo>
                    <a:pt x="79467" y="2029875"/>
                    <a:pt x="82185" y="2049722"/>
                    <a:pt x="82185" y="2068151"/>
                  </a:cubicBezTo>
                  <a:cubicBezTo>
                    <a:pt x="82185" y="2072404"/>
                    <a:pt x="84904" y="2076657"/>
                    <a:pt x="87623" y="2079492"/>
                  </a:cubicBezTo>
                  <a:cubicBezTo>
                    <a:pt x="93061" y="2082327"/>
                    <a:pt x="103937" y="2085163"/>
                    <a:pt x="114813" y="2086580"/>
                  </a:cubicBezTo>
                  <a:lnTo>
                    <a:pt x="180067" y="2103592"/>
                  </a:lnTo>
                  <a:cubicBezTo>
                    <a:pt x="209975" y="2112098"/>
                    <a:pt x="234445" y="2110680"/>
                    <a:pt x="261634" y="2100757"/>
                  </a:cubicBezTo>
                  <a:cubicBezTo>
                    <a:pt x="264353" y="2099339"/>
                    <a:pt x="272510" y="2097921"/>
                    <a:pt x="275229" y="2097921"/>
                  </a:cubicBezTo>
                  <a:cubicBezTo>
                    <a:pt x="294261" y="2099339"/>
                    <a:pt x="313294" y="2099339"/>
                    <a:pt x="329607" y="2107845"/>
                  </a:cubicBezTo>
                  <a:cubicBezTo>
                    <a:pt x="348640" y="2116350"/>
                    <a:pt x="375829" y="2122021"/>
                    <a:pt x="397580" y="2129109"/>
                  </a:cubicBezTo>
                  <a:cubicBezTo>
                    <a:pt x="411175" y="2133362"/>
                    <a:pt x="427489" y="2139033"/>
                    <a:pt x="435645" y="2144703"/>
                  </a:cubicBezTo>
                  <a:cubicBezTo>
                    <a:pt x="441083" y="2147538"/>
                    <a:pt x="446521" y="2150374"/>
                    <a:pt x="451959" y="2151791"/>
                  </a:cubicBezTo>
                  <a:cubicBezTo>
                    <a:pt x="481867" y="2157462"/>
                    <a:pt x="498181" y="2171638"/>
                    <a:pt x="517213" y="2182979"/>
                  </a:cubicBezTo>
                  <a:cubicBezTo>
                    <a:pt x="533527" y="2192902"/>
                    <a:pt x="555278" y="2198573"/>
                    <a:pt x="579748" y="2199990"/>
                  </a:cubicBezTo>
                  <a:cubicBezTo>
                    <a:pt x="606937" y="2202826"/>
                    <a:pt x="634127" y="2204243"/>
                    <a:pt x="661316" y="2207079"/>
                  </a:cubicBezTo>
                  <a:cubicBezTo>
                    <a:pt x="672192" y="2208496"/>
                    <a:pt x="685786" y="2209914"/>
                    <a:pt x="696662" y="2212749"/>
                  </a:cubicBezTo>
                  <a:cubicBezTo>
                    <a:pt x="710257" y="2215584"/>
                    <a:pt x="723851" y="2215584"/>
                    <a:pt x="734727" y="2219837"/>
                  </a:cubicBezTo>
                  <a:cubicBezTo>
                    <a:pt x="751040" y="2226925"/>
                    <a:pt x="767354" y="2231178"/>
                    <a:pt x="789105" y="2228343"/>
                  </a:cubicBezTo>
                  <a:cubicBezTo>
                    <a:pt x="797262" y="2226925"/>
                    <a:pt x="808138" y="2229761"/>
                    <a:pt x="816295" y="2231178"/>
                  </a:cubicBezTo>
                  <a:cubicBezTo>
                    <a:pt x="819013" y="2231178"/>
                    <a:pt x="821732" y="2232596"/>
                    <a:pt x="824451" y="2232596"/>
                  </a:cubicBezTo>
                  <a:cubicBezTo>
                    <a:pt x="854359" y="2234013"/>
                    <a:pt x="881549" y="2231178"/>
                    <a:pt x="908738" y="2228343"/>
                  </a:cubicBezTo>
                  <a:cubicBezTo>
                    <a:pt x="919614" y="2226925"/>
                    <a:pt x="930489" y="2225508"/>
                    <a:pt x="941365" y="2222672"/>
                  </a:cubicBezTo>
                  <a:cubicBezTo>
                    <a:pt x="971273" y="2215584"/>
                    <a:pt x="1001181" y="2208496"/>
                    <a:pt x="1028370" y="2199990"/>
                  </a:cubicBezTo>
                  <a:cubicBezTo>
                    <a:pt x="1047403" y="2194320"/>
                    <a:pt x="1066435" y="2188649"/>
                    <a:pt x="1088187" y="2194320"/>
                  </a:cubicBezTo>
                  <a:lnTo>
                    <a:pt x="1099062" y="2194320"/>
                  </a:lnTo>
                  <a:cubicBezTo>
                    <a:pt x="1118095" y="2194320"/>
                    <a:pt x="1137127" y="2192902"/>
                    <a:pt x="1153441" y="2191485"/>
                  </a:cubicBezTo>
                  <a:cubicBezTo>
                    <a:pt x="1156160" y="2191485"/>
                    <a:pt x="1161598" y="2191485"/>
                    <a:pt x="1161598" y="2190067"/>
                  </a:cubicBezTo>
                  <a:cubicBezTo>
                    <a:pt x="1169754" y="2184397"/>
                    <a:pt x="1183349" y="2184397"/>
                    <a:pt x="1196944" y="2182979"/>
                  </a:cubicBezTo>
                  <a:cubicBezTo>
                    <a:pt x="1218695" y="2181561"/>
                    <a:pt x="1240446" y="2181561"/>
                    <a:pt x="1256760" y="2174473"/>
                  </a:cubicBezTo>
                  <a:cubicBezTo>
                    <a:pt x="1273074" y="2168803"/>
                    <a:pt x="1289387" y="2167385"/>
                    <a:pt x="1308419" y="2165967"/>
                  </a:cubicBezTo>
                  <a:cubicBezTo>
                    <a:pt x="1311138" y="2165967"/>
                    <a:pt x="1316576" y="2164550"/>
                    <a:pt x="1319295" y="2164550"/>
                  </a:cubicBezTo>
                  <a:cubicBezTo>
                    <a:pt x="1332890" y="2163132"/>
                    <a:pt x="1346484" y="2158879"/>
                    <a:pt x="1357360" y="2160297"/>
                  </a:cubicBezTo>
                  <a:cubicBezTo>
                    <a:pt x="1381830" y="2163132"/>
                    <a:pt x="1392706" y="2158879"/>
                    <a:pt x="1409020" y="2147538"/>
                  </a:cubicBezTo>
                  <a:cubicBezTo>
                    <a:pt x="1411739" y="2144703"/>
                    <a:pt x="1419895" y="2143285"/>
                    <a:pt x="1425333" y="2141868"/>
                  </a:cubicBezTo>
                  <a:cubicBezTo>
                    <a:pt x="1438928" y="2140450"/>
                    <a:pt x="1452522" y="2141868"/>
                    <a:pt x="1466117" y="2140450"/>
                  </a:cubicBezTo>
                  <a:cubicBezTo>
                    <a:pt x="1474274" y="2140450"/>
                    <a:pt x="1482430" y="2136197"/>
                    <a:pt x="1487868" y="2136197"/>
                  </a:cubicBezTo>
                  <a:cubicBezTo>
                    <a:pt x="1509620" y="2137615"/>
                    <a:pt x="1534090" y="2133362"/>
                    <a:pt x="1553122" y="2140450"/>
                  </a:cubicBezTo>
                  <a:cubicBezTo>
                    <a:pt x="1555841" y="2141868"/>
                    <a:pt x="1561279" y="2141868"/>
                    <a:pt x="1566717" y="2141868"/>
                  </a:cubicBezTo>
                  <a:cubicBezTo>
                    <a:pt x="1602063" y="2143285"/>
                    <a:pt x="1631971" y="2148956"/>
                    <a:pt x="1656442" y="2160297"/>
                  </a:cubicBezTo>
                  <a:cubicBezTo>
                    <a:pt x="1664598" y="2164550"/>
                    <a:pt x="1675474" y="2167385"/>
                    <a:pt x="1683631" y="2170220"/>
                  </a:cubicBezTo>
                  <a:cubicBezTo>
                    <a:pt x="1691787" y="2173055"/>
                    <a:pt x="1702663" y="2173055"/>
                    <a:pt x="1710820" y="2174473"/>
                  </a:cubicBezTo>
                  <a:cubicBezTo>
                    <a:pt x="1718977" y="2175891"/>
                    <a:pt x="1724415" y="2177308"/>
                    <a:pt x="1732571" y="2177308"/>
                  </a:cubicBezTo>
                  <a:cubicBezTo>
                    <a:pt x="1746166" y="2177308"/>
                    <a:pt x="1757042" y="2180144"/>
                    <a:pt x="1765198" y="2185814"/>
                  </a:cubicBezTo>
                  <a:cubicBezTo>
                    <a:pt x="1767917" y="2187232"/>
                    <a:pt x="1770636" y="2188649"/>
                    <a:pt x="1773355" y="2191485"/>
                  </a:cubicBezTo>
                  <a:cubicBezTo>
                    <a:pt x="1770636" y="2195738"/>
                    <a:pt x="1786950" y="2207079"/>
                    <a:pt x="1797825" y="2207079"/>
                  </a:cubicBezTo>
                  <a:cubicBezTo>
                    <a:pt x="1816858" y="2207079"/>
                    <a:pt x="1835890" y="2209914"/>
                    <a:pt x="1852204" y="2217002"/>
                  </a:cubicBezTo>
                  <a:cubicBezTo>
                    <a:pt x="1854923" y="2218420"/>
                    <a:pt x="1860361" y="2218420"/>
                    <a:pt x="1865799" y="2217002"/>
                  </a:cubicBezTo>
                  <a:cubicBezTo>
                    <a:pt x="1873955" y="2215584"/>
                    <a:pt x="1879393" y="2215584"/>
                    <a:pt x="1884831" y="2219837"/>
                  </a:cubicBezTo>
                  <a:cubicBezTo>
                    <a:pt x="1887550" y="2221255"/>
                    <a:pt x="1898426" y="2221255"/>
                    <a:pt x="1903863" y="2221255"/>
                  </a:cubicBezTo>
                  <a:cubicBezTo>
                    <a:pt x="1917458" y="2221255"/>
                    <a:pt x="1933772" y="2219837"/>
                    <a:pt x="1947366" y="2221255"/>
                  </a:cubicBezTo>
                  <a:cubicBezTo>
                    <a:pt x="1971836" y="2222672"/>
                    <a:pt x="1993588" y="2224090"/>
                    <a:pt x="2018058" y="2226925"/>
                  </a:cubicBezTo>
                  <a:cubicBezTo>
                    <a:pt x="2023496" y="2226925"/>
                    <a:pt x="2028934" y="2228343"/>
                    <a:pt x="2031653" y="2229761"/>
                  </a:cubicBezTo>
                  <a:cubicBezTo>
                    <a:pt x="2037091" y="2236849"/>
                    <a:pt x="2050685" y="2236849"/>
                    <a:pt x="2058842" y="2238266"/>
                  </a:cubicBezTo>
                  <a:cubicBezTo>
                    <a:pt x="2066999" y="2239684"/>
                    <a:pt x="2077875" y="2241102"/>
                    <a:pt x="2083312" y="2241102"/>
                  </a:cubicBezTo>
                  <a:cubicBezTo>
                    <a:pt x="2086031" y="2239684"/>
                    <a:pt x="2091469" y="2238266"/>
                    <a:pt x="2096907" y="2235431"/>
                  </a:cubicBezTo>
                  <a:cubicBezTo>
                    <a:pt x="2086031" y="2235431"/>
                    <a:pt x="2080593" y="2236849"/>
                    <a:pt x="2075156" y="2236849"/>
                  </a:cubicBezTo>
                  <a:cubicBezTo>
                    <a:pt x="2086031" y="2229761"/>
                    <a:pt x="2096907" y="2228343"/>
                    <a:pt x="2110501" y="2232596"/>
                  </a:cubicBezTo>
                  <a:cubicBezTo>
                    <a:pt x="2126815" y="2239684"/>
                    <a:pt x="2140410" y="2239684"/>
                    <a:pt x="2159442" y="2232596"/>
                  </a:cubicBezTo>
                  <a:lnTo>
                    <a:pt x="2175756" y="2228343"/>
                  </a:lnTo>
                  <a:lnTo>
                    <a:pt x="2175756" y="2221255"/>
                  </a:lnTo>
                  <a:cubicBezTo>
                    <a:pt x="2183912" y="2222672"/>
                    <a:pt x="2192069" y="2225508"/>
                    <a:pt x="2197507" y="2225508"/>
                  </a:cubicBezTo>
                  <a:cubicBezTo>
                    <a:pt x="2213821" y="2221255"/>
                    <a:pt x="2230134" y="2217002"/>
                    <a:pt x="2243729" y="2211331"/>
                  </a:cubicBezTo>
                  <a:cubicBezTo>
                    <a:pt x="2260042" y="2205661"/>
                    <a:pt x="2273637" y="2198573"/>
                    <a:pt x="2287231" y="2192902"/>
                  </a:cubicBezTo>
                  <a:cubicBezTo>
                    <a:pt x="2289951" y="2192902"/>
                    <a:pt x="2289951" y="2191485"/>
                    <a:pt x="2292669" y="2191485"/>
                  </a:cubicBezTo>
                  <a:cubicBezTo>
                    <a:pt x="2311702" y="2188649"/>
                    <a:pt x="2328015" y="2187232"/>
                    <a:pt x="2347048" y="2184397"/>
                  </a:cubicBezTo>
                  <a:cubicBezTo>
                    <a:pt x="2357924" y="2182979"/>
                    <a:pt x="2366080" y="2180144"/>
                    <a:pt x="2376956" y="2178726"/>
                  </a:cubicBezTo>
                  <a:cubicBezTo>
                    <a:pt x="2385113" y="2177308"/>
                    <a:pt x="2390551" y="2177308"/>
                    <a:pt x="2398707" y="2175891"/>
                  </a:cubicBezTo>
                  <a:lnTo>
                    <a:pt x="2425897" y="2175891"/>
                  </a:lnTo>
                  <a:cubicBezTo>
                    <a:pt x="2431334" y="2175891"/>
                    <a:pt x="2439491" y="2175891"/>
                    <a:pt x="2444929" y="2174473"/>
                  </a:cubicBezTo>
                  <a:cubicBezTo>
                    <a:pt x="2447648" y="2171638"/>
                    <a:pt x="2453086" y="2167385"/>
                    <a:pt x="2455805" y="2167385"/>
                  </a:cubicBezTo>
                  <a:cubicBezTo>
                    <a:pt x="2463961" y="2167385"/>
                    <a:pt x="2469399" y="2170220"/>
                    <a:pt x="2477556" y="2171638"/>
                  </a:cubicBezTo>
                  <a:cubicBezTo>
                    <a:pt x="2480275" y="2171638"/>
                    <a:pt x="2480275" y="2173055"/>
                    <a:pt x="2480275" y="2174473"/>
                  </a:cubicBezTo>
                  <a:cubicBezTo>
                    <a:pt x="2491151" y="2180144"/>
                    <a:pt x="2499307" y="2187232"/>
                    <a:pt x="2510183" y="2192902"/>
                  </a:cubicBezTo>
                  <a:cubicBezTo>
                    <a:pt x="2523778" y="2199990"/>
                    <a:pt x="2537372" y="2199990"/>
                    <a:pt x="2545529" y="2195738"/>
                  </a:cubicBezTo>
                  <a:cubicBezTo>
                    <a:pt x="2559124" y="2190067"/>
                    <a:pt x="2569999" y="2185814"/>
                    <a:pt x="2589032" y="2188649"/>
                  </a:cubicBezTo>
                  <a:cubicBezTo>
                    <a:pt x="2591751" y="2188649"/>
                    <a:pt x="2597189" y="2190067"/>
                    <a:pt x="2599907" y="2188649"/>
                  </a:cubicBezTo>
                  <a:cubicBezTo>
                    <a:pt x="2613502" y="2185814"/>
                    <a:pt x="2629816" y="2182979"/>
                    <a:pt x="2643410" y="2178726"/>
                  </a:cubicBezTo>
                  <a:cubicBezTo>
                    <a:pt x="2651567" y="2177308"/>
                    <a:pt x="2662443" y="2177308"/>
                    <a:pt x="2665162" y="2174473"/>
                  </a:cubicBezTo>
                  <a:cubicBezTo>
                    <a:pt x="2673318" y="2165967"/>
                    <a:pt x="2686913" y="2161715"/>
                    <a:pt x="2700508" y="2156044"/>
                  </a:cubicBezTo>
                  <a:cubicBezTo>
                    <a:pt x="2708664" y="2151791"/>
                    <a:pt x="2716821" y="2146121"/>
                    <a:pt x="2724978" y="2144703"/>
                  </a:cubicBezTo>
                  <a:cubicBezTo>
                    <a:pt x="2744010" y="2141868"/>
                    <a:pt x="2757605" y="2133362"/>
                    <a:pt x="2773918" y="2127692"/>
                  </a:cubicBezTo>
                  <a:cubicBezTo>
                    <a:pt x="2787513" y="2123439"/>
                    <a:pt x="2795670" y="2114933"/>
                    <a:pt x="2809265" y="2113515"/>
                  </a:cubicBezTo>
                  <a:cubicBezTo>
                    <a:pt x="2831016" y="2110680"/>
                    <a:pt x="2847330" y="2103592"/>
                    <a:pt x="2866362" y="2096504"/>
                  </a:cubicBezTo>
                  <a:cubicBezTo>
                    <a:pt x="2877238" y="2092251"/>
                    <a:pt x="2890832" y="2089416"/>
                    <a:pt x="2904427" y="2090833"/>
                  </a:cubicBezTo>
                  <a:cubicBezTo>
                    <a:pt x="2912583" y="2092251"/>
                    <a:pt x="2923459" y="2090833"/>
                    <a:pt x="2928897" y="2089416"/>
                  </a:cubicBezTo>
                  <a:cubicBezTo>
                    <a:pt x="2939773" y="2086580"/>
                    <a:pt x="2950649" y="2082327"/>
                    <a:pt x="2961524" y="2079492"/>
                  </a:cubicBezTo>
                  <a:cubicBezTo>
                    <a:pt x="2969681" y="2076657"/>
                    <a:pt x="2977838" y="2073822"/>
                    <a:pt x="2985994" y="2073822"/>
                  </a:cubicBezTo>
                  <a:cubicBezTo>
                    <a:pt x="3013184" y="2072404"/>
                    <a:pt x="3034935" y="2069569"/>
                    <a:pt x="3048530" y="2055393"/>
                  </a:cubicBezTo>
                  <a:cubicBezTo>
                    <a:pt x="3053968" y="2049722"/>
                    <a:pt x="3081157" y="2042634"/>
                    <a:pt x="3092033" y="2045469"/>
                  </a:cubicBezTo>
                  <a:cubicBezTo>
                    <a:pt x="3111065" y="2049722"/>
                    <a:pt x="3124659" y="2046887"/>
                    <a:pt x="3135535" y="2038381"/>
                  </a:cubicBezTo>
                  <a:cubicBezTo>
                    <a:pt x="3143692" y="2034128"/>
                    <a:pt x="3154568" y="2035546"/>
                    <a:pt x="3162725" y="2038381"/>
                  </a:cubicBezTo>
                  <a:cubicBezTo>
                    <a:pt x="3168162" y="2041216"/>
                    <a:pt x="3173600" y="2042634"/>
                    <a:pt x="3179038" y="2042634"/>
                  </a:cubicBezTo>
                  <a:cubicBezTo>
                    <a:pt x="3198070" y="2044052"/>
                    <a:pt x="3219822" y="2042634"/>
                    <a:pt x="3238854" y="2044052"/>
                  </a:cubicBezTo>
                  <a:cubicBezTo>
                    <a:pt x="3255168" y="2045469"/>
                    <a:pt x="3271482" y="2042634"/>
                    <a:pt x="3282357" y="2036964"/>
                  </a:cubicBezTo>
                  <a:cubicBezTo>
                    <a:pt x="3293233" y="2031293"/>
                    <a:pt x="3301389" y="2031293"/>
                    <a:pt x="3317703" y="2034128"/>
                  </a:cubicBezTo>
                  <a:cubicBezTo>
                    <a:pt x="3331298" y="2036964"/>
                    <a:pt x="3342173" y="2044052"/>
                    <a:pt x="3361206" y="2042634"/>
                  </a:cubicBezTo>
                  <a:cubicBezTo>
                    <a:pt x="3377519" y="2041216"/>
                    <a:pt x="3396552" y="2045469"/>
                    <a:pt x="3415584" y="2041216"/>
                  </a:cubicBezTo>
                  <a:lnTo>
                    <a:pt x="3426460" y="2041216"/>
                  </a:lnTo>
                  <a:cubicBezTo>
                    <a:pt x="3442773" y="2044052"/>
                    <a:pt x="3459087" y="2045469"/>
                    <a:pt x="3472682" y="2052557"/>
                  </a:cubicBezTo>
                  <a:cubicBezTo>
                    <a:pt x="3488995" y="2059645"/>
                    <a:pt x="3491714" y="2007193"/>
                    <a:pt x="3508028" y="2012864"/>
                  </a:cubicBezTo>
                  <a:cubicBezTo>
                    <a:pt x="3532498" y="2021370"/>
                    <a:pt x="3527060" y="2012864"/>
                    <a:pt x="3551530" y="2019952"/>
                  </a:cubicBezTo>
                  <a:cubicBezTo>
                    <a:pt x="3570562" y="2024205"/>
                    <a:pt x="3562406" y="2008611"/>
                    <a:pt x="3584157" y="2011446"/>
                  </a:cubicBezTo>
                  <a:cubicBezTo>
                    <a:pt x="3586876" y="2011446"/>
                    <a:pt x="3619503" y="2022787"/>
                    <a:pt x="3619503" y="2021370"/>
                  </a:cubicBezTo>
                  <a:cubicBezTo>
                    <a:pt x="3633098" y="2017117"/>
                    <a:pt x="3646693" y="1974588"/>
                    <a:pt x="3660287" y="1976005"/>
                  </a:cubicBezTo>
                  <a:cubicBezTo>
                    <a:pt x="3687476" y="1980259"/>
                    <a:pt x="3711947" y="1977423"/>
                    <a:pt x="3736417" y="1971753"/>
                  </a:cubicBezTo>
                  <a:cubicBezTo>
                    <a:pt x="3750012" y="1968917"/>
                    <a:pt x="3771763" y="1958994"/>
                    <a:pt x="3782639" y="1963247"/>
                  </a:cubicBezTo>
                  <a:cubicBezTo>
                    <a:pt x="3801671" y="1970335"/>
                    <a:pt x="3820704" y="1973170"/>
                    <a:pt x="3842455" y="1974588"/>
                  </a:cubicBezTo>
                  <a:cubicBezTo>
                    <a:pt x="3845174" y="1974588"/>
                    <a:pt x="3847893" y="1976005"/>
                    <a:pt x="3850612" y="1977423"/>
                  </a:cubicBezTo>
                  <a:cubicBezTo>
                    <a:pt x="3858769" y="1983094"/>
                    <a:pt x="3896833" y="1967500"/>
                    <a:pt x="3904990" y="1973170"/>
                  </a:cubicBezTo>
                  <a:cubicBezTo>
                    <a:pt x="3915866" y="1981676"/>
                    <a:pt x="3926742" y="1990182"/>
                    <a:pt x="3937617" y="1997270"/>
                  </a:cubicBezTo>
                  <a:cubicBezTo>
                    <a:pt x="3943055" y="2000105"/>
                    <a:pt x="3951212" y="2001523"/>
                    <a:pt x="3953931" y="2004358"/>
                  </a:cubicBezTo>
                  <a:cubicBezTo>
                    <a:pt x="3956650" y="2011446"/>
                    <a:pt x="3962088" y="2014281"/>
                    <a:pt x="3975682" y="2014281"/>
                  </a:cubicBezTo>
                  <a:cubicBezTo>
                    <a:pt x="3983839" y="2014281"/>
                    <a:pt x="3991996" y="2015699"/>
                    <a:pt x="3997434" y="2018534"/>
                  </a:cubicBezTo>
                  <a:cubicBezTo>
                    <a:pt x="4011028" y="2022787"/>
                    <a:pt x="4021904" y="2027040"/>
                    <a:pt x="4032780" y="2031293"/>
                  </a:cubicBezTo>
                  <a:cubicBezTo>
                    <a:pt x="4046374" y="2035546"/>
                    <a:pt x="4059969" y="2039799"/>
                    <a:pt x="4065407" y="2046887"/>
                  </a:cubicBezTo>
                  <a:cubicBezTo>
                    <a:pt x="4068126" y="2049722"/>
                    <a:pt x="4070845" y="2051140"/>
                    <a:pt x="4073563" y="2052557"/>
                  </a:cubicBezTo>
                  <a:cubicBezTo>
                    <a:pt x="4084439" y="2058228"/>
                    <a:pt x="4095315" y="2062481"/>
                    <a:pt x="4106191" y="2068151"/>
                  </a:cubicBezTo>
                  <a:cubicBezTo>
                    <a:pt x="4122504" y="2075239"/>
                    <a:pt x="4136099" y="2083745"/>
                    <a:pt x="4152412" y="2090833"/>
                  </a:cubicBezTo>
                  <a:cubicBezTo>
                    <a:pt x="4157850" y="2092251"/>
                    <a:pt x="4163288" y="2095086"/>
                    <a:pt x="4168726" y="2096504"/>
                  </a:cubicBezTo>
                  <a:cubicBezTo>
                    <a:pt x="4179602" y="2099339"/>
                    <a:pt x="4190477" y="2102174"/>
                    <a:pt x="4198634" y="2106427"/>
                  </a:cubicBezTo>
                  <a:cubicBezTo>
                    <a:pt x="4206791" y="2110680"/>
                    <a:pt x="4244855" y="2085163"/>
                    <a:pt x="4250293" y="2090833"/>
                  </a:cubicBezTo>
                  <a:cubicBezTo>
                    <a:pt x="4250293" y="2092251"/>
                    <a:pt x="4253012" y="2092251"/>
                    <a:pt x="4255732" y="2092251"/>
                  </a:cubicBezTo>
                  <a:cubicBezTo>
                    <a:pt x="4272045" y="2099339"/>
                    <a:pt x="4288358" y="2096504"/>
                    <a:pt x="4304672" y="2093668"/>
                  </a:cubicBezTo>
                  <a:cubicBezTo>
                    <a:pt x="4310110" y="2092251"/>
                    <a:pt x="4315548" y="2090833"/>
                    <a:pt x="4318266" y="2092251"/>
                  </a:cubicBezTo>
                  <a:cubicBezTo>
                    <a:pt x="4337299" y="2096504"/>
                    <a:pt x="4350894" y="2106427"/>
                    <a:pt x="4375364" y="2107845"/>
                  </a:cubicBezTo>
                  <a:cubicBezTo>
                    <a:pt x="4375364" y="2107845"/>
                    <a:pt x="4378083" y="2107845"/>
                    <a:pt x="4378083" y="2109262"/>
                  </a:cubicBezTo>
                  <a:cubicBezTo>
                    <a:pt x="4383521" y="2117768"/>
                    <a:pt x="4399834" y="2117768"/>
                    <a:pt x="4413428" y="2119186"/>
                  </a:cubicBezTo>
                  <a:cubicBezTo>
                    <a:pt x="4421585" y="2119186"/>
                    <a:pt x="4429742" y="2120603"/>
                    <a:pt x="4435180" y="2122021"/>
                  </a:cubicBezTo>
                  <a:cubicBezTo>
                    <a:pt x="4451494" y="2126274"/>
                    <a:pt x="4467807" y="2131944"/>
                    <a:pt x="4486840" y="2134780"/>
                  </a:cubicBezTo>
                  <a:cubicBezTo>
                    <a:pt x="4511310" y="2139033"/>
                    <a:pt x="4535780" y="2141868"/>
                    <a:pt x="4554813" y="2148956"/>
                  </a:cubicBezTo>
                  <a:cubicBezTo>
                    <a:pt x="4557532" y="2148956"/>
                    <a:pt x="4560251" y="2148956"/>
                    <a:pt x="4560251" y="2150374"/>
                  </a:cubicBezTo>
                  <a:cubicBezTo>
                    <a:pt x="4568407" y="2153209"/>
                    <a:pt x="4582002" y="2154626"/>
                    <a:pt x="4587440" y="2158879"/>
                  </a:cubicBezTo>
                  <a:cubicBezTo>
                    <a:pt x="4595597" y="2167385"/>
                    <a:pt x="4617348" y="2165967"/>
                    <a:pt x="4628224" y="2173055"/>
                  </a:cubicBezTo>
                  <a:lnTo>
                    <a:pt x="4630942" y="2173055"/>
                  </a:lnTo>
                  <a:cubicBezTo>
                    <a:pt x="4641818" y="2173055"/>
                    <a:pt x="4652694" y="2174473"/>
                    <a:pt x="4666288" y="2174473"/>
                  </a:cubicBezTo>
                  <a:cubicBezTo>
                    <a:pt x="4671726" y="2173055"/>
                    <a:pt x="4679883" y="2170220"/>
                    <a:pt x="4685321" y="2170220"/>
                  </a:cubicBezTo>
                  <a:cubicBezTo>
                    <a:pt x="4709791" y="2174473"/>
                    <a:pt x="4734262" y="2174473"/>
                    <a:pt x="4750575" y="2163132"/>
                  </a:cubicBezTo>
                  <a:cubicBezTo>
                    <a:pt x="4753294" y="2161715"/>
                    <a:pt x="4758732" y="2161715"/>
                    <a:pt x="4764170" y="2161715"/>
                  </a:cubicBezTo>
                  <a:lnTo>
                    <a:pt x="4785921" y="2161715"/>
                  </a:lnTo>
                  <a:cubicBezTo>
                    <a:pt x="4810391" y="2158879"/>
                    <a:pt x="4832143" y="2156044"/>
                    <a:pt x="4856613" y="2154626"/>
                  </a:cubicBezTo>
                  <a:cubicBezTo>
                    <a:pt x="4867489" y="2153209"/>
                    <a:pt x="4881084" y="2156044"/>
                    <a:pt x="4891959" y="2157462"/>
                  </a:cubicBezTo>
                  <a:cubicBezTo>
                    <a:pt x="4902835" y="2158879"/>
                    <a:pt x="4913710" y="2158879"/>
                    <a:pt x="4924586" y="2158879"/>
                  </a:cubicBezTo>
                  <a:cubicBezTo>
                    <a:pt x="4938181" y="2158879"/>
                    <a:pt x="4949057" y="2156044"/>
                    <a:pt x="4962651" y="2156044"/>
                  </a:cubicBezTo>
                  <a:cubicBezTo>
                    <a:pt x="4973527" y="2154626"/>
                    <a:pt x="4987121" y="2154626"/>
                    <a:pt x="4997997" y="2153209"/>
                  </a:cubicBezTo>
                  <a:cubicBezTo>
                    <a:pt x="5022467" y="2150374"/>
                    <a:pt x="5044219" y="2147538"/>
                    <a:pt x="5068689" y="2146121"/>
                  </a:cubicBezTo>
                  <a:cubicBezTo>
                    <a:pt x="5085003" y="2097921"/>
                    <a:pt x="5082284" y="2041216"/>
                    <a:pt x="5082284" y="1983094"/>
                  </a:cubicBezTo>
                  <a:close/>
                </a:path>
              </a:pathLst>
            </a:custGeom>
            <a:blipFill>
              <a:blip r:embed="rId4"/>
              <a:stretch>
                <a:fillRect l="-11970" t="-70" r="-11962" b="-5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7397" y="4180715"/>
            <a:ext cx="9797464" cy="282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46"/>
              </a:lnSpc>
            </a:pPr>
            <a:r>
              <a:rPr lang="en-US" sz="9345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Phytoplankton Air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24987"/>
            <a:ext cx="4793781" cy="51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63322"/>
            <a:ext cx="4793781" cy="50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>
                    <a:alpha val="49804"/>
                  </a:srgbClr>
                </a:solidFill>
                <a:latin typeface="Hatton"/>
                <a:ea typeface="Hatton"/>
                <a:cs typeface="Hatton"/>
                <a:sym typeface="Hatton"/>
              </a:rPr>
              <a:t>Group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8020" y="7999748"/>
            <a:ext cx="6854401" cy="19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Dhairya Pal (N01576099)</a:t>
            </a:r>
          </a:p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Julian Imperial (N01638310)</a:t>
            </a:r>
          </a:p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Dharmik Shah (N01581796)</a:t>
            </a:r>
          </a:p>
          <a:p>
            <a:pPr algn="l">
              <a:lnSpc>
                <a:spcPts val="3723"/>
              </a:lnSpc>
            </a:pPr>
            <a:r>
              <a:rPr lang="en-US" sz="32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Sanskriti Mansotra (N01523183)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30527">
            <a:off x="3680536" y="5197824"/>
            <a:ext cx="7037644" cy="6924258"/>
          </a:xfrm>
          <a:custGeom>
            <a:avLst/>
            <a:gdLst/>
            <a:ahLst/>
            <a:cxnLst/>
            <a:rect r="r" b="b" t="t" l="l"/>
            <a:pathLst>
              <a:path h="6924258" w="7037644">
                <a:moveTo>
                  <a:pt x="0" y="0"/>
                </a:moveTo>
                <a:lnTo>
                  <a:pt x="7037644" y="0"/>
                </a:lnTo>
                <a:lnTo>
                  <a:pt x="7037644" y="6924258"/>
                </a:lnTo>
                <a:lnTo>
                  <a:pt x="0" y="692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30" t="0" r="-2543" b="-85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9358" y="-2197550"/>
            <a:ext cx="8185511" cy="7586698"/>
          </a:xfrm>
          <a:custGeom>
            <a:avLst/>
            <a:gdLst/>
            <a:ahLst/>
            <a:cxnLst/>
            <a:rect r="r" b="b" t="t" l="l"/>
            <a:pathLst>
              <a:path h="7586698" w="8185511">
                <a:moveTo>
                  <a:pt x="0" y="0"/>
                </a:moveTo>
                <a:lnTo>
                  <a:pt x="8185511" y="0"/>
                </a:lnTo>
                <a:lnTo>
                  <a:pt x="8185511" y="7586699"/>
                </a:lnTo>
                <a:lnTo>
                  <a:pt x="0" y="7586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89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415491">
            <a:off x="12037017" y="4761087"/>
            <a:ext cx="6812832" cy="6938996"/>
          </a:xfrm>
          <a:custGeom>
            <a:avLst/>
            <a:gdLst/>
            <a:ahLst/>
            <a:cxnLst/>
            <a:rect r="r" b="b" t="t" l="l"/>
            <a:pathLst>
              <a:path h="6938996" w="6812832">
                <a:moveTo>
                  <a:pt x="0" y="0"/>
                </a:moveTo>
                <a:lnTo>
                  <a:pt x="6812832" y="0"/>
                </a:lnTo>
                <a:lnTo>
                  <a:pt x="6812832" y="6938995"/>
                </a:lnTo>
                <a:lnTo>
                  <a:pt x="0" y="6938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90153">
            <a:off x="-299733" y="-1071407"/>
            <a:ext cx="6233670" cy="6814933"/>
          </a:xfrm>
          <a:custGeom>
            <a:avLst/>
            <a:gdLst/>
            <a:ahLst/>
            <a:cxnLst/>
            <a:rect r="r" b="b" t="t" l="l"/>
            <a:pathLst>
              <a:path h="6814933" w="6233670">
                <a:moveTo>
                  <a:pt x="0" y="0"/>
                </a:moveTo>
                <a:lnTo>
                  <a:pt x="6233670" y="0"/>
                </a:lnTo>
                <a:lnTo>
                  <a:pt x="6233670" y="6814933"/>
                </a:lnTo>
                <a:lnTo>
                  <a:pt x="0" y="681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62" t="0" r="-466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9346" y="132820"/>
            <a:ext cx="4774273" cy="3902968"/>
          </a:xfrm>
          <a:custGeom>
            <a:avLst/>
            <a:gdLst/>
            <a:ahLst/>
            <a:cxnLst/>
            <a:rect r="r" b="b" t="t" l="l"/>
            <a:pathLst>
              <a:path h="3902968" w="4774273">
                <a:moveTo>
                  <a:pt x="0" y="0"/>
                </a:moveTo>
                <a:lnTo>
                  <a:pt x="4774273" y="0"/>
                </a:lnTo>
                <a:lnTo>
                  <a:pt x="4774273" y="3902968"/>
                </a:lnTo>
                <a:lnTo>
                  <a:pt x="0" y="3902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61729" y="5193272"/>
            <a:ext cx="4793285" cy="4032351"/>
          </a:xfrm>
          <a:custGeom>
            <a:avLst/>
            <a:gdLst/>
            <a:ahLst/>
            <a:cxnLst/>
            <a:rect r="r" b="b" t="t" l="l"/>
            <a:pathLst>
              <a:path h="4032351" w="4793285">
                <a:moveTo>
                  <a:pt x="0" y="0"/>
                </a:moveTo>
                <a:lnTo>
                  <a:pt x="4793284" y="0"/>
                </a:lnTo>
                <a:lnTo>
                  <a:pt x="4793284" y="4032351"/>
                </a:lnTo>
                <a:lnTo>
                  <a:pt x="0" y="4032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92206" y="132820"/>
            <a:ext cx="4660064" cy="3790853"/>
          </a:xfrm>
          <a:custGeom>
            <a:avLst/>
            <a:gdLst/>
            <a:ahLst/>
            <a:cxnLst/>
            <a:rect r="r" b="b" t="t" l="l"/>
            <a:pathLst>
              <a:path h="3790853" w="4660064">
                <a:moveTo>
                  <a:pt x="0" y="0"/>
                </a:moveTo>
                <a:lnTo>
                  <a:pt x="4660063" y="0"/>
                </a:lnTo>
                <a:lnTo>
                  <a:pt x="4660063" y="3790853"/>
                </a:lnTo>
                <a:lnTo>
                  <a:pt x="0" y="3790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36028" y="5193272"/>
            <a:ext cx="4326659" cy="3902968"/>
          </a:xfrm>
          <a:custGeom>
            <a:avLst/>
            <a:gdLst/>
            <a:ahLst/>
            <a:cxnLst/>
            <a:rect r="r" b="b" t="t" l="l"/>
            <a:pathLst>
              <a:path h="3902968" w="4326659">
                <a:moveTo>
                  <a:pt x="0" y="0"/>
                </a:moveTo>
                <a:lnTo>
                  <a:pt x="4326659" y="0"/>
                </a:lnTo>
                <a:lnTo>
                  <a:pt x="4326659" y="3902968"/>
                </a:lnTo>
                <a:lnTo>
                  <a:pt x="0" y="39029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32" t="0" r="-143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9346" y="4480911"/>
            <a:ext cx="5012577" cy="4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989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Sc</a:t>
            </a:r>
            <a:r>
              <a:rPr lang="en-US" sz="2989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rum Master &amp; Developer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17726" y="9594322"/>
            <a:ext cx="5934285" cy="46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990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Devel</a:t>
            </a:r>
            <a:r>
              <a:rPr lang="en-US" sz="2990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oper &amp; Agile Support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7119" y="4480911"/>
            <a:ext cx="4530237" cy="46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990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 Team Lead &amp; Developer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85306" y="9612116"/>
            <a:ext cx="7028323" cy="46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990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 Lead Devel</a:t>
            </a:r>
            <a:r>
              <a:rPr lang="en-US" sz="2990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oper &amp; Database Manager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2275" y="8980684"/>
            <a:ext cx="2214166" cy="53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34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Dharmik 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55356" y="9077190"/>
            <a:ext cx="1406029" cy="53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34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Julian I.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3629" y="3963779"/>
            <a:ext cx="2017216" cy="53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34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Dhairya 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716" y="4016738"/>
            <a:ext cx="2459534" cy="53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3438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Sanskriti 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5858" y="492518"/>
            <a:ext cx="15508486" cy="65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3"/>
              </a:lnSpc>
              <a:spcBef>
                <a:spcPct val="0"/>
              </a:spcBef>
            </a:pPr>
            <a:r>
              <a:rPr lang="en-US" b="true" sz="4238">
                <a:solidFill>
                  <a:srgbClr val="000000"/>
                </a:solidFill>
                <a:latin typeface="Hatton Bold"/>
                <a:ea typeface="Hatton Bold"/>
                <a:cs typeface="Hatton Bold"/>
                <a:sym typeface="Hatton Bold"/>
              </a:rPr>
              <a:t>Hardware Architecture – Phytoplankton Air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4350" y="2944218"/>
            <a:ext cx="17773650" cy="51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111" indent="-349556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Air</a:t>
            </a: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Quality Sensor: Measures overall air quality levels inside the enclosure to support system monitoring.</a:t>
            </a:r>
          </a:p>
          <a:p>
            <a:pPr algn="l" marL="699111" indent="-349556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Light Sensor: Detects light intensity and environmental brightness for phytoplankton growth conditions.</a:t>
            </a:r>
          </a:p>
          <a:p>
            <a:pPr algn="l" marL="699111" indent="-349556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Proximity Sensor: Registers nearby motion or user interaction for system responses.</a:t>
            </a:r>
          </a:p>
          <a:p>
            <a:pPr algn="l" marL="699111" indent="-349556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Turbidity Sensor: Assesses water clarity and phytoplankton density in the chamber.</a:t>
            </a:r>
          </a:p>
          <a:p>
            <a:pPr algn="l" marL="699111" indent="-349556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 PCB + Raspberry Pi 4: Consolidates all sensor connections, reduces wiring errors, improves durability, and powers the entire system.</a:t>
            </a:r>
          </a:p>
          <a:p>
            <a:pPr algn="l">
              <a:lnSpc>
                <a:spcPts val="453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6943" y="735844"/>
            <a:ext cx="9988253" cy="57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8"/>
              </a:lnSpc>
              <a:spcBef>
                <a:spcPct val="0"/>
              </a:spcBef>
            </a:pPr>
            <a:r>
              <a:rPr lang="en-US" b="true" sz="3738">
                <a:solidFill>
                  <a:srgbClr val="000000"/>
                </a:solidFill>
                <a:latin typeface="Hatton Bold"/>
                <a:ea typeface="Hatton Bold"/>
                <a:cs typeface="Hatton Bold"/>
                <a:sym typeface="Hatton Bold"/>
              </a:rPr>
              <a:t>Cloud Database &amp; Backend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2931" y="2204708"/>
            <a:ext cx="10993832" cy="677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uses Firebase to store and manage all sensor data and user information.</a:t>
            </a:r>
          </a:p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Realtime Database holds live environmental readings—air quality, light, proximity, and turbidity—sent continuously from the Raspberry Pi.</a:t>
            </a:r>
          </a:p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is uploaded using Firebase’s SDK for fast, synchronized updates with the mobile application.</a:t>
            </a:r>
          </a:p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Firebase Authentication securely stores and manages user login credentials.</a:t>
            </a:r>
          </a:p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device data is organized under a dedicated data path, allowing the mobile app to retrieve and visualize values instantly.</a:t>
            </a:r>
          </a:p>
          <a:p>
            <a:pPr algn="l" marL="601364" indent="-300682" lvl="1">
              <a:lnSpc>
                <a:spcPts val="3899"/>
              </a:lnSpc>
              <a:buFont typeface="Arial"/>
              <a:buChar char="•"/>
            </a:pPr>
            <a:r>
              <a:rPr lang="en-US" sz="27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backend supports multi-screen functionality including the Dashboard, Leaderboard, and Insights views.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89014" y="2252333"/>
            <a:ext cx="6265305" cy="6650844"/>
          </a:xfrm>
          <a:custGeom>
            <a:avLst/>
            <a:gdLst/>
            <a:ahLst/>
            <a:cxnLst/>
            <a:rect r="r" b="b" t="t" l="l"/>
            <a:pathLst>
              <a:path h="6650844" w="6265305">
                <a:moveTo>
                  <a:pt x="0" y="0"/>
                </a:moveTo>
                <a:lnTo>
                  <a:pt x="6265304" y="0"/>
                </a:lnTo>
                <a:lnTo>
                  <a:pt x="6265304" y="6650844"/>
                </a:lnTo>
                <a:lnTo>
                  <a:pt x="0" y="665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4" t="0" r="-79899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311" y="706336"/>
            <a:ext cx="17422019" cy="62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  <a:spcBef>
                <a:spcPct val="0"/>
              </a:spcBef>
            </a:pPr>
            <a:r>
              <a:rPr lang="en-US" b="true" sz="4032">
                <a:solidFill>
                  <a:srgbClr val="000000"/>
                </a:solidFill>
                <a:latin typeface="Hatton Bold"/>
                <a:ea typeface="Hatton Bold"/>
                <a:cs typeface="Hatton Bold"/>
                <a:sym typeface="Hatton Bold"/>
              </a:rPr>
              <a:t>Mobile Application – Real-Time Monitoring &amp; User Interface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5384" y="2693187"/>
            <a:ext cx="16477233" cy="461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Android application built to display all live sensor readings sent from the Raspberry Pi.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Secure Firebase Authentication allows users to log in with stored credentials.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 retrieves real-time values from the Realtime Database (e.g., algaeHealth, light, turbidity, proximity, CO₂ converted, timestamp).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Screen shows current environmental values in a clean, user-friendly layout.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Leaderboard – compares users based on captured CO₂ metrics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Insights – displays weekly/monthly performance trends</a:t>
            </a:r>
          </a:p>
          <a:p>
            <a:pPr algn="l" marL="634343" indent="-31717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an educational and interactive experience by visualizing environmental changes instantly.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5823"/>
            <a:ext cx="16230600" cy="12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  <a:spcBef>
                <a:spcPct val="0"/>
              </a:spcBef>
            </a:pPr>
            <a:r>
              <a:rPr lang="en-US" b="true" sz="4032">
                <a:solidFill>
                  <a:srgbClr val="000000"/>
                </a:solidFill>
                <a:latin typeface="Hatton Bold"/>
                <a:ea typeface="Hatton Bold"/>
                <a:cs typeface="Hatton Bold"/>
                <a:sym typeface="Hatton Bold"/>
              </a:rPr>
              <a:t>Demonstration Setup – 3D Printed Enclosure &amp; Hardware Integration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8073" y="1920036"/>
            <a:ext cx="17371855" cy="733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housed in a custom 3D-printed enclosure holding the Raspberry Pi 4, PCB, wiring, and all sensors.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Enclosure includes individual compartments for sensors to improve airflow and stable placement.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3D-printed design provides clean cable management and protects components during demos.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Sensors connect via Qwiic connectors for quick swap, maintenance, and reliability.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 PCB replaces the breadboard for reduced wiring errors and better stability.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Raspberry Pi streams real-time data (air quality, light, proximity, turbidity) to Firebase, displayed instantly in the mobile app.</a:t>
            </a:r>
          </a:p>
          <a:p>
            <a:pPr algn="l" marL="784177" indent="-392088" lvl="1">
              <a:lnSpc>
                <a:spcPts val="4176"/>
              </a:lnSpc>
              <a:buFont typeface="Arial"/>
              <a:buChar char="•"/>
            </a:pPr>
            <a:r>
              <a:rPr lang="en-US" sz="3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Compact setup demonstrates smooth hardware integration and live data flow end-to-end.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9034" y="581455"/>
            <a:ext cx="1866007" cy="62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  <a:spcBef>
                <a:spcPct val="0"/>
              </a:spcBef>
            </a:pPr>
            <a:r>
              <a:rPr lang="en-US" b="true" sz="4032">
                <a:solidFill>
                  <a:srgbClr val="000000"/>
                </a:solidFill>
                <a:latin typeface="Hatton Bold"/>
                <a:ea typeface="Hatton Bold"/>
                <a:cs typeface="Hatton Bold"/>
                <a:sym typeface="Hatton Bold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851" y="164683"/>
            <a:ext cx="11142624" cy="63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4139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Glimpse Of the App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-1469218" y="5930156"/>
            <a:ext cx="4995836" cy="6331129"/>
          </a:xfrm>
          <a:custGeom>
            <a:avLst/>
            <a:gdLst/>
            <a:ahLst/>
            <a:cxnLst/>
            <a:rect r="r" b="b" t="t" l="l"/>
            <a:pathLst>
              <a:path h="6331129" w="4995836">
                <a:moveTo>
                  <a:pt x="0" y="0"/>
                </a:moveTo>
                <a:lnTo>
                  <a:pt x="4995836" y="0"/>
                </a:lnTo>
                <a:lnTo>
                  <a:pt x="4995836" y="6331128"/>
                </a:lnTo>
                <a:lnTo>
                  <a:pt x="0" y="633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438092" y="-1306180"/>
            <a:ext cx="4995836" cy="6331129"/>
          </a:xfrm>
          <a:custGeom>
            <a:avLst/>
            <a:gdLst/>
            <a:ahLst/>
            <a:cxnLst/>
            <a:rect r="r" b="b" t="t" l="l"/>
            <a:pathLst>
              <a:path h="6331129" w="4995836">
                <a:moveTo>
                  <a:pt x="0" y="0"/>
                </a:moveTo>
                <a:lnTo>
                  <a:pt x="4995836" y="0"/>
                </a:lnTo>
                <a:lnTo>
                  <a:pt x="4995836" y="6331128"/>
                </a:lnTo>
                <a:lnTo>
                  <a:pt x="0" y="6331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98521"/>
            <a:ext cx="4278840" cy="9055746"/>
          </a:xfrm>
          <a:custGeom>
            <a:avLst/>
            <a:gdLst/>
            <a:ahLst/>
            <a:cxnLst/>
            <a:rect r="r" b="b" t="t" l="l"/>
            <a:pathLst>
              <a:path h="9055746" w="4278840">
                <a:moveTo>
                  <a:pt x="0" y="0"/>
                </a:moveTo>
                <a:lnTo>
                  <a:pt x="4278840" y="0"/>
                </a:lnTo>
                <a:lnTo>
                  <a:pt x="4278840" y="9055746"/>
                </a:lnTo>
                <a:lnTo>
                  <a:pt x="0" y="9055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99672" y="798521"/>
            <a:ext cx="4288656" cy="9052572"/>
          </a:xfrm>
          <a:custGeom>
            <a:avLst/>
            <a:gdLst/>
            <a:ahLst/>
            <a:cxnLst/>
            <a:rect r="r" b="b" t="t" l="l"/>
            <a:pathLst>
              <a:path h="9052572" w="4288656">
                <a:moveTo>
                  <a:pt x="0" y="0"/>
                </a:moveTo>
                <a:lnTo>
                  <a:pt x="4288656" y="0"/>
                </a:lnTo>
                <a:lnTo>
                  <a:pt x="4288656" y="9052571"/>
                </a:lnTo>
                <a:lnTo>
                  <a:pt x="0" y="9052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91434" y="801695"/>
            <a:ext cx="4367866" cy="9052572"/>
          </a:xfrm>
          <a:custGeom>
            <a:avLst/>
            <a:gdLst/>
            <a:ahLst/>
            <a:cxnLst/>
            <a:rect r="r" b="b" t="t" l="l"/>
            <a:pathLst>
              <a:path h="9052572" w="4367866">
                <a:moveTo>
                  <a:pt x="0" y="0"/>
                </a:moveTo>
                <a:lnTo>
                  <a:pt x="4367866" y="0"/>
                </a:lnTo>
                <a:lnTo>
                  <a:pt x="4367866" y="9052572"/>
                </a:lnTo>
                <a:lnTo>
                  <a:pt x="0" y="9052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39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28654">
            <a:off x="-9719060" y="1586162"/>
            <a:ext cx="21495521" cy="12942094"/>
            <a:chOff x="0" y="0"/>
            <a:chExt cx="9905617" cy="59640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3551"/>
              <a:ext cx="9888827" cy="5971492"/>
            </a:xfrm>
            <a:custGeom>
              <a:avLst/>
              <a:gdLst/>
              <a:ahLst/>
              <a:cxnLst/>
              <a:rect r="r" b="b" t="t" l="l"/>
              <a:pathLst>
                <a:path h="5971492" w="9888827">
                  <a:moveTo>
                    <a:pt x="4221088" y="341188"/>
                  </a:moveTo>
                  <a:cubicBezTo>
                    <a:pt x="4209158" y="333793"/>
                    <a:pt x="4244065" y="339041"/>
                    <a:pt x="4221088" y="341188"/>
                  </a:cubicBezTo>
                  <a:close/>
                  <a:moveTo>
                    <a:pt x="5736668" y="645591"/>
                  </a:moveTo>
                  <a:cubicBezTo>
                    <a:pt x="5725622" y="651674"/>
                    <a:pt x="5741308" y="644875"/>
                    <a:pt x="5736668" y="645591"/>
                  </a:cubicBezTo>
                  <a:close/>
                  <a:moveTo>
                    <a:pt x="9888827" y="5908946"/>
                  </a:moveTo>
                  <a:cubicBezTo>
                    <a:pt x="7114830" y="5990207"/>
                    <a:pt x="3918415" y="5929582"/>
                    <a:pt x="1048976" y="5934830"/>
                  </a:cubicBezTo>
                  <a:cubicBezTo>
                    <a:pt x="-325374" y="5826524"/>
                    <a:pt x="393034" y="7176133"/>
                    <a:pt x="0" y="33684"/>
                  </a:cubicBezTo>
                  <a:cubicBezTo>
                    <a:pt x="462848" y="-68669"/>
                    <a:pt x="738569" y="96545"/>
                    <a:pt x="1089627" y="79010"/>
                  </a:cubicBezTo>
                  <a:cubicBezTo>
                    <a:pt x="1077917" y="208310"/>
                    <a:pt x="1339719" y="-170015"/>
                    <a:pt x="2073207" y="174912"/>
                  </a:cubicBezTo>
                  <a:cubicBezTo>
                    <a:pt x="2292811" y="183977"/>
                    <a:pt x="2497835" y="274391"/>
                    <a:pt x="2705509" y="324370"/>
                  </a:cubicBezTo>
                  <a:cubicBezTo>
                    <a:pt x="2705730" y="321388"/>
                    <a:pt x="2705288" y="318048"/>
                    <a:pt x="2707497" y="324966"/>
                  </a:cubicBezTo>
                  <a:cubicBezTo>
                    <a:pt x="2739311" y="332481"/>
                    <a:pt x="2771125" y="339280"/>
                    <a:pt x="2803160" y="344528"/>
                  </a:cubicBezTo>
                  <a:cubicBezTo>
                    <a:pt x="2821718" y="342023"/>
                    <a:pt x="2833427" y="321030"/>
                    <a:pt x="2857950" y="335224"/>
                  </a:cubicBezTo>
                  <a:cubicBezTo>
                    <a:pt x="3007078" y="322223"/>
                    <a:pt x="3292740" y="330811"/>
                    <a:pt x="3587019" y="336417"/>
                  </a:cubicBezTo>
                  <a:cubicBezTo>
                    <a:pt x="3567578" y="332361"/>
                    <a:pt x="3630984" y="320553"/>
                    <a:pt x="3733496" y="314469"/>
                  </a:cubicBezTo>
                  <a:cubicBezTo>
                    <a:pt x="3733275" y="314350"/>
                    <a:pt x="3733275" y="314231"/>
                    <a:pt x="3733054" y="314112"/>
                  </a:cubicBezTo>
                  <a:cubicBezTo>
                    <a:pt x="3733496" y="314112"/>
                    <a:pt x="3733717" y="314231"/>
                    <a:pt x="3734159" y="314231"/>
                  </a:cubicBezTo>
                  <a:cubicBezTo>
                    <a:pt x="3733938" y="314469"/>
                    <a:pt x="3733717" y="314469"/>
                    <a:pt x="3733717" y="314469"/>
                  </a:cubicBezTo>
                  <a:cubicBezTo>
                    <a:pt x="3924379" y="303257"/>
                    <a:pt x="4250914" y="312084"/>
                    <a:pt x="4437600" y="428978"/>
                  </a:cubicBezTo>
                  <a:cubicBezTo>
                    <a:pt x="4411530" y="433034"/>
                    <a:pt x="4677972" y="465120"/>
                    <a:pt x="4742925" y="455936"/>
                  </a:cubicBezTo>
                  <a:cubicBezTo>
                    <a:pt x="4786007" y="495656"/>
                    <a:pt x="4977995" y="502574"/>
                    <a:pt x="5100390" y="458560"/>
                  </a:cubicBezTo>
                  <a:cubicBezTo>
                    <a:pt x="5128448" y="500069"/>
                    <a:pt x="5171529" y="465001"/>
                    <a:pt x="5243111" y="520585"/>
                  </a:cubicBezTo>
                  <a:cubicBezTo>
                    <a:pt x="5427366" y="475378"/>
                    <a:pt x="5549761" y="592154"/>
                    <a:pt x="5719657" y="648454"/>
                  </a:cubicBezTo>
                  <a:lnTo>
                    <a:pt x="5720320" y="650720"/>
                  </a:lnTo>
                  <a:cubicBezTo>
                    <a:pt x="5720099" y="650004"/>
                    <a:pt x="5720099" y="649289"/>
                    <a:pt x="5719877" y="648454"/>
                  </a:cubicBezTo>
                  <a:cubicBezTo>
                    <a:pt x="5719877" y="648454"/>
                    <a:pt x="5719877" y="648454"/>
                    <a:pt x="5719657" y="648454"/>
                  </a:cubicBezTo>
                  <a:lnTo>
                    <a:pt x="5718994" y="645591"/>
                  </a:lnTo>
                  <a:cubicBezTo>
                    <a:pt x="5719436" y="646665"/>
                    <a:pt x="5719657" y="647619"/>
                    <a:pt x="5719877" y="648454"/>
                  </a:cubicBezTo>
                  <a:cubicBezTo>
                    <a:pt x="5802285" y="675769"/>
                    <a:pt x="5895959" y="688890"/>
                    <a:pt x="6013272" y="662290"/>
                  </a:cubicBezTo>
                  <a:cubicBezTo>
                    <a:pt x="6010400" y="703084"/>
                    <a:pt x="6056575" y="670998"/>
                    <a:pt x="6119319" y="717636"/>
                  </a:cubicBezTo>
                  <a:cubicBezTo>
                    <a:pt x="6090598" y="694257"/>
                    <a:pt x="6208575" y="773459"/>
                    <a:pt x="6248342" y="826897"/>
                  </a:cubicBezTo>
                  <a:cubicBezTo>
                    <a:pt x="6241935" y="787057"/>
                    <a:pt x="6396365" y="848009"/>
                    <a:pt x="6470156" y="914448"/>
                  </a:cubicBezTo>
                  <a:cubicBezTo>
                    <a:pt x="6476563" y="829521"/>
                    <a:pt x="6628121" y="889996"/>
                    <a:pt x="6786969" y="932340"/>
                  </a:cubicBezTo>
                  <a:cubicBezTo>
                    <a:pt x="6790062" y="933175"/>
                    <a:pt x="6793156" y="934010"/>
                    <a:pt x="6796249" y="934845"/>
                  </a:cubicBezTo>
                  <a:cubicBezTo>
                    <a:pt x="6874237" y="955242"/>
                    <a:pt x="6953330" y="970391"/>
                    <a:pt x="7017179" y="961206"/>
                  </a:cubicBezTo>
                  <a:cubicBezTo>
                    <a:pt x="7052969" y="958940"/>
                    <a:pt x="7284503" y="1033967"/>
                    <a:pt x="7399388" y="992696"/>
                  </a:cubicBezTo>
                  <a:cubicBezTo>
                    <a:pt x="7516702" y="1061402"/>
                    <a:pt x="7491737" y="1034206"/>
                    <a:pt x="7652131" y="1022993"/>
                  </a:cubicBezTo>
                  <a:cubicBezTo>
                    <a:pt x="7651468" y="1007845"/>
                    <a:pt x="7665829" y="1016910"/>
                    <a:pt x="7680852" y="1034444"/>
                  </a:cubicBezTo>
                  <a:cubicBezTo>
                    <a:pt x="7781375" y="1071898"/>
                    <a:pt x="7830201" y="1046492"/>
                    <a:pt x="7941108" y="1031104"/>
                  </a:cubicBezTo>
                  <a:cubicBezTo>
                    <a:pt x="7997666" y="1012497"/>
                    <a:pt x="8113875" y="1032774"/>
                    <a:pt x="8132433" y="1062356"/>
                  </a:cubicBezTo>
                  <a:cubicBezTo>
                    <a:pt x="8213294" y="1063429"/>
                    <a:pt x="8199817" y="1035041"/>
                    <a:pt x="8279573" y="1082156"/>
                  </a:cubicBezTo>
                  <a:cubicBezTo>
                    <a:pt x="8295037" y="1072137"/>
                    <a:pt x="8339224" y="1076192"/>
                    <a:pt x="8387386" y="1085496"/>
                  </a:cubicBezTo>
                  <a:cubicBezTo>
                    <a:pt x="8388270" y="1085615"/>
                    <a:pt x="8388933" y="1085735"/>
                    <a:pt x="8389817" y="1085973"/>
                  </a:cubicBezTo>
                  <a:cubicBezTo>
                    <a:pt x="8418758" y="1091699"/>
                    <a:pt x="8449025" y="1099213"/>
                    <a:pt x="8475538" y="1106847"/>
                  </a:cubicBezTo>
                  <a:cubicBezTo>
                    <a:pt x="8477084" y="1106251"/>
                    <a:pt x="8479514" y="1106728"/>
                    <a:pt x="8483270" y="1109114"/>
                  </a:cubicBezTo>
                  <a:cubicBezTo>
                    <a:pt x="8480840" y="1108398"/>
                    <a:pt x="8478189" y="1107563"/>
                    <a:pt x="8475538" y="1106847"/>
                  </a:cubicBezTo>
                  <a:cubicBezTo>
                    <a:pt x="8467142" y="1110664"/>
                    <a:pt x="8505805" y="1159450"/>
                    <a:pt x="8667526" y="1161597"/>
                  </a:cubicBezTo>
                  <a:cubicBezTo>
                    <a:pt x="8720107" y="1178773"/>
                    <a:pt x="8940595" y="1250461"/>
                    <a:pt x="9013944" y="1337177"/>
                  </a:cubicBezTo>
                  <a:cubicBezTo>
                    <a:pt x="9073153" y="1325011"/>
                    <a:pt x="9053490" y="1361391"/>
                    <a:pt x="9125734" y="1350537"/>
                  </a:cubicBezTo>
                  <a:cubicBezTo>
                    <a:pt x="9096793" y="1381430"/>
                    <a:pt x="9175444" y="1340040"/>
                    <a:pt x="9154013" y="1391569"/>
                  </a:cubicBezTo>
                  <a:cubicBezTo>
                    <a:pt x="9159095" y="1393358"/>
                    <a:pt x="9163955" y="1395028"/>
                    <a:pt x="9168816" y="1396698"/>
                  </a:cubicBezTo>
                  <a:lnTo>
                    <a:pt x="9169257" y="1396817"/>
                  </a:lnTo>
                  <a:cubicBezTo>
                    <a:pt x="10062081" y="1743803"/>
                    <a:pt x="9836687" y="903833"/>
                    <a:pt x="9888827" y="5908946"/>
                  </a:cubicBezTo>
                  <a:close/>
                  <a:moveTo>
                    <a:pt x="5720320" y="655491"/>
                  </a:moveTo>
                  <a:cubicBezTo>
                    <a:pt x="5720099" y="655849"/>
                    <a:pt x="5719436" y="656565"/>
                    <a:pt x="5718773" y="657877"/>
                  </a:cubicBezTo>
                  <a:cubicBezTo>
                    <a:pt x="5719436" y="657280"/>
                    <a:pt x="5720099" y="656565"/>
                    <a:pt x="5720320" y="655491"/>
                  </a:cubicBezTo>
                  <a:close/>
                  <a:moveTo>
                    <a:pt x="5843157" y="675173"/>
                  </a:moveTo>
                  <a:cubicBezTo>
                    <a:pt x="5841390" y="674457"/>
                    <a:pt x="5844703" y="676127"/>
                    <a:pt x="5845808" y="677081"/>
                  </a:cubicBezTo>
                  <a:cubicBezTo>
                    <a:pt x="5850668" y="677200"/>
                    <a:pt x="5856633" y="677200"/>
                    <a:pt x="5843157" y="675173"/>
                  </a:cubicBezTo>
                  <a:close/>
                  <a:moveTo>
                    <a:pt x="3732833" y="313515"/>
                  </a:moveTo>
                  <a:cubicBezTo>
                    <a:pt x="3719357" y="312442"/>
                    <a:pt x="3728857" y="313634"/>
                    <a:pt x="3733054" y="314112"/>
                  </a:cubicBezTo>
                  <a:cubicBezTo>
                    <a:pt x="3732833" y="313634"/>
                    <a:pt x="3732833" y="313157"/>
                    <a:pt x="3732833" y="313515"/>
                  </a:cubicBezTo>
                  <a:close/>
                </a:path>
              </a:pathLst>
            </a:custGeom>
            <a:blipFill>
              <a:blip r:embed="rId3"/>
              <a:stretch>
                <a:fillRect l="0" t="-5394" r="-155" b="-531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20202" y="652068"/>
            <a:ext cx="12439098" cy="7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7"/>
              </a:lnSpc>
            </a:pPr>
            <a:r>
              <a:rPr lang="en-US" sz="4624" b="true">
                <a:solidFill>
                  <a:srgbClr val="104A52"/>
                </a:solidFill>
                <a:latin typeface="Hatton Bold"/>
                <a:ea typeface="Hatton Bold"/>
                <a:cs typeface="Hatton Bold"/>
                <a:sym typeface="Hatton Bold"/>
              </a:rPr>
              <a:t>Why Our Project Breaks the Mold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37013" y="1976743"/>
            <a:ext cx="10156222" cy="695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4004">
                <a:solidFill>
                  <a:srgbClr val="1A401F"/>
                </a:solidFill>
                <a:latin typeface="Open Sans"/>
                <a:ea typeface="Open Sans"/>
                <a:cs typeface="Open Sans"/>
                <a:sym typeface="Open Sans"/>
              </a:rPr>
              <a:t>Our project goes beyond typical app development — we integrated a real algae system to bring biology and tech together. We built for impact, not just function, adding a climate education screen, gamified tracking, and real-world service features. Every detail, from reusable algae pods to user-focused desig</a:t>
            </a:r>
            <a:r>
              <a:rPr lang="en-US" sz="4004">
                <a:solidFill>
                  <a:srgbClr val="1A401F"/>
                </a:solidFill>
                <a:latin typeface="Open Sans"/>
                <a:ea typeface="Open Sans"/>
                <a:cs typeface="Open Sans"/>
                <a:sym typeface="Open Sans"/>
              </a:rPr>
              <a:t>n, was made to c</a:t>
            </a:r>
            <a:r>
              <a:rPr lang="en-US" sz="4004">
                <a:solidFill>
                  <a:srgbClr val="1A401F"/>
                </a:solidFill>
                <a:latin typeface="Open Sans"/>
                <a:ea typeface="Open Sans"/>
                <a:cs typeface="Open Sans"/>
                <a:sym typeface="Open Sans"/>
              </a:rPr>
              <a:t>reate a product that’s s</a:t>
            </a:r>
            <a:r>
              <a:rPr lang="en-US" sz="4004">
                <a:solidFill>
                  <a:srgbClr val="1A401F"/>
                </a:solidFill>
                <a:latin typeface="Open Sans"/>
                <a:ea typeface="Open Sans"/>
                <a:cs typeface="Open Sans"/>
                <a:sym typeface="Open Sans"/>
              </a:rPr>
              <a:t>ustainable, engag</a:t>
            </a:r>
            <a:r>
              <a:rPr lang="en-US" sz="4004">
                <a:solidFill>
                  <a:srgbClr val="1A401F"/>
                </a:solidFill>
                <a:latin typeface="Open Sans"/>
                <a:ea typeface="Open Sans"/>
                <a:cs typeface="Open Sans"/>
                <a:sym typeface="Open Sans"/>
              </a:rPr>
              <a:t>ing, and built to last.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2050" y="5036486"/>
            <a:ext cx="4995836" cy="6331129"/>
          </a:xfrm>
          <a:custGeom>
            <a:avLst/>
            <a:gdLst/>
            <a:ahLst/>
            <a:cxnLst/>
            <a:rect r="r" b="b" t="t" l="l"/>
            <a:pathLst>
              <a:path h="6331129" w="4995836">
                <a:moveTo>
                  <a:pt x="0" y="0"/>
                </a:moveTo>
                <a:lnTo>
                  <a:pt x="4995836" y="0"/>
                </a:lnTo>
                <a:lnTo>
                  <a:pt x="4995836" y="6331129"/>
                </a:lnTo>
                <a:lnTo>
                  <a:pt x="0" y="6331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219200">
            <a:off x="13862710" y="-1562571"/>
            <a:ext cx="4995836" cy="6331129"/>
          </a:xfrm>
          <a:custGeom>
            <a:avLst/>
            <a:gdLst/>
            <a:ahLst/>
            <a:cxnLst/>
            <a:rect r="r" b="b" t="t" l="l"/>
            <a:pathLst>
              <a:path h="6331129" w="4995836">
                <a:moveTo>
                  <a:pt x="0" y="0"/>
                </a:moveTo>
                <a:lnTo>
                  <a:pt x="4995836" y="0"/>
                </a:lnTo>
                <a:lnTo>
                  <a:pt x="4995836" y="6331129"/>
                </a:lnTo>
                <a:lnTo>
                  <a:pt x="0" y="6331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2329" y="4650427"/>
            <a:ext cx="6403343" cy="95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3"/>
              </a:lnSpc>
            </a:pPr>
            <a:r>
              <a:rPr lang="en-US" sz="6107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32671" y="8280484"/>
            <a:ext cx="5377078" cy="56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3632">
                <a:solidFill>
                  <a:srgbClr val="FFFFFF">
                    <a:alpha val="49804"/>
                  </a:srgbClr>
                </a:solidFill>
                <a:latin typeface="Hatton"/>
                <a:ea typeface="Hatton"/>
                <a:cs typeface="Hatton"/>
                <a:sym typeface="Hatton"/>
              </a:rPr>
              <a:t>Algaerithms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10922" y="1194011"/>
            <a:ext cx="5377078" cy="108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3632">
                <a:solidFill>
                  <a:srgbClr val="FFFFFF">
                    <a:alpha val="49804"/>
                  </a:srgbClr>
                </a:solidFill>
                <a:latin typeface="Hatton"/>
                <a:ea typeface="Hatton"/>
                <a:cs typeface="Hatton"/>
                <a:sym typeface="Hatton"/>
              </a:rPr>
              <a:t>CENG322 Software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DAGvNPTWh-4</dc:identifier>
  <dcterms:modified xsi:type="dcterms:W3CDTF">2011-08-01T06:04:30Z</dcterms:modified>
  <cp:revision>1</cp:revision>
  <dc:title>CENG322 - Software Project final presentation</dc:title>
</cp:coreProperties>
</file>